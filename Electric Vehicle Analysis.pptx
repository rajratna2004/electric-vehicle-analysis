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0" r:id="rId2"/>
  </p:sldMasterIdLst>
  <p:sldIdLst>
    <p:sldId id="268" r:id="rId3"/>
    <p:sldId id="270" r:id="rId4"/>
    <p:sldId id="256" r:id="rId5"/>
    <p:sldId id="258" r:id="rId6"/>
    <p:sldId id="260" r:id="rId7"/>
    <p:sldId id="269" r:id="rId8"/>
    <p:sldId id="261" r:id="rId9"/>
    <p:sldId id="259" r:id="rId10"/>
    <p:sldId id="262" r:id="rId11"/>
    <p:sldId id="263" r:id="rId12"/>
    <p:sldId id="264" r:id="rId13"/>
    <p:sldId id="265" r:id="rId14"/>
    <p:sldId id="266" r:id="rId15"/>
    <p:sldId id="267"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8" d="100"/>
          <a:sy n="98" d="100"/>
        </p:scale>
        <p:origin x="110" y="1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grpSp>
        <p:nvGrpSpPr>
          <p:cNvPr id="9" name="Google Shape;9;p2"/>
          <p:cNvGrpSpPr/>
          <p:nvPr/>
        </p:nvGrpSpPr>
        <p:grpSpPr>
          <a:xfrm>
            <a:off x="-266600" y="-436600"/>
            <a:ext cx="12725200" cy="7528000"/>
            <a:chOff x="-199950" y="-251250"/>
            <a:chExt cx="9543900" cy="5646000"/>
          </a:xfrm>
        </p:grpSpPr>
        <p:cxnSp>
          <p:nvCxnSpPr>
            <p:cNvPr id="10" name="Google Shape;10;p2"/>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1" name="Google Shape;11;p2"/>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2" name="Google Shape;12;p2"/>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3" name="Google Shape;13;p2"/>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4" name="Google Shape;14;p2"/>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5" name="Google Shape;15;p2"/>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6" name="Google Shape;16;p2"/>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7" name="Google Shape;17;p2"/>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8" name="Google Shape;18;p2"/>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 name="Google Shape;19;p2"/>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0" name="Google Shape;20;p2"/>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1" name="Google Shape;21;p2"/>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2" name="Google Shape;22;p2"/>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 name="Google Shape;23;p2"/>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4" name="Google Shape;24;p2"/>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5" name="Google Shape;25;p2"/>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6" name="Google Shape;26;p2"/>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7" name="Google Shape;27;p2"/>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8" name="Google Shape;28;p2"/>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9" name="Google Shape;29;p2"/>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0" name="Google Shape;30;p2"/>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1" name="Google Shape;31;p2"/>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2" name="Google Shape;32;p2"/>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 name="Google Shape;33;p2"/>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4" name="Google Shape;34;p2"/>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5" name="Google Shape;35;p2"/>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36" name="Google Shape;36;p2"/>
          <p:cNvGrpSpPr/>
          <p:nvPr/>
        </p:nvGrpSpPr>
        <p:grpSpPr>
          <a:xfrm>
            <a:off x="631533" y="366533"/>
            <a:ext cx="11133067" cy="6328165"/>
            <a:chOff x="473650" y="274900"/>
            <a:chExt cx="8349800" cy="4746124"/>
          </a:xfrm>
        </p:grpSpPr>
        <p:grpSp>
          <p:nvGrpSpPr>
            <p:cNvPr id="37" name="Google Shape;37;p2"/>
            <p:cNvGrpSpPr/>
            <p:nvPr/>
          </p:nvGrpSpPr>
          <p:grpSpPr>
            <a:xfrm>
              <a:off x="626050" y="427300"/>
              <a:ext cx="8197400" cy="4593724"/>
              <a:chOff x="-280802" y="20880"/>
              <a:chExt cx="10622522" cy="5952733"/>
            </a:xfrm>
          </p:grpSpPr>
          <p:sp>
            <p:nvSpPr>
              <p:cNvPr id="38" name="Google Shape;38;p2"/>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9" name="Google Shape;39;p2"/>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0" name="Google Shape;40;p2"/>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1" name="Google Shape;41;p2"/>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2" name="Google Shape;42;p2"/>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nvGrpSpPr>
            <p:cNvPr id="43" name="Google Shape;43;p2"/>
            <p:cNvGrpSpPr/>
            <p:nvPr/>
          </p:nvGrpSpPr>
          <p:grpSpPr>
            <a:xfrm>
              <a:off x="473650" y="274900"/>
              <a:ext cx="8197400" cy="4593724"/>
              <a:chOff x="-280802" y="20880"/>
              <a:chExt cx="10622522" cy="5952733"/>
            </a:xfrm>
          </p:grpSpPr>
          <p:sp>
            <p:nvSpPr>
              <p:cNvPr id="44" name="Google Shape;44;p2"/>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5" name="Google Shape;45;p2"/>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6" name="Google Shape;46;p2"/>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7" name="Google Shape;47;p2"/>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8" name="Google Shape;48;p2"/>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sp>
        <p:nvSpPr>
          <p:cNvPr id="49" name="Google Shape;49;p2"/>
          <p:cNvSpPr txBox="1">
            <a:spLocks noGrp="1"/>
          </p:cNvSpPr>
          <p:nvPr>
            <p:ph type="ctrTitle"/>
          </p:nvPr>
        </p:nvSpPr>
        <p:spPr>
          <a:xfrm>
            <a:off x="2419800" y="2178300"/>
            <a:ext cx="7352400" cy="2666800"/>
          </a:xfrm>
          <a:prstGeom prst="rect">
            <a:avLst/>
          </a:prstGeom>
        </p:spPr>
        <p:txBody>
          <a:bodyPr spcFirstLastPara="1" wrap="square" lIns="91425" tIns="91425" rIns="91425" bIns="91425" anchor="ctr" anchorCtr="0">
            <a:noAutofit/>
          </a:bodyPr>
          <a:lstStyle>
            <a:lvl1pPr lvl="0" algn="ctr">
              <a:lnSpc>
                <a:spcPct val="115000"/>
              </a:lnSpc>
              <a:spcBef>
                <a:spcPts val="0"/>
              </a:spcBef>
              <a:spcAft>
                <a:spcPts val="0"/>
              </a:spcAft>
              <a:buClr>
                <a:srgbClr val="191919"/>
              </a:buClr>
              <a:buSzPts val="5200"/>
              <a:buNone/>
              <a:defRPr sz="7066">
                <a:latin typeface="Days One"/>
                <a:ea typeface="Days One"/>
                <a:cs typeface="Days One"/>
                <a:sym typeface="Days One"/>
              </a:defRPr>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US"/>
              <a:t>Click to edit Master title style</a:t>
            </a:r>
            <a:endParaRPr/>
          </a:p>
        </p:txBody>
      </p:sp>
      <p:sp>
        <p:nvSpPr>
          <p:cNvPr id="50" name="Google Shape;50;p2"/>
          <p:cNvSpPr txBox="1">
            <a:spLocks noGrp="1"/>
          </p:cNvSpPr>
          <p:nvPr>
            <p:ph type="subTitle" idx="1"/>
          </p:nvPr>
        </p:nvSpPr>
        <p:spPr>
          <a:xfrm>
            <a:off x="3068833" y="4914933"/>
            <a:ext cx="6054400" cy="6140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2133"/>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4082159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95"/>
        <p:cNvGrpSpPr/>
        <p:nvPr/>
      </p:nvGrpSpPr>
      <p:grpSpPr>
        <a:xfrm>
          <a:off x="0" y="0"/>
          <a:ext cx="0" cy="0"/>
          <a:chOff x="0" y="0"/>
          <a:chExt cx="0" cy="0"/>
        </a:xfrm>
      </p:grpSpPr>
      <p:grpSp>
        <p:nvGrpSpPr>
          <p:cNvPr id="96" name="Google Shape;96;p4"/>
          <p:cNvGrpSpPr/>
          <p:nvPr/>
        </p:nvGrpSpPr>
        <p:grpSpPr>
          <a:xfrm>
            <a:off x="-266600" y="-436600"/>
            <a:ext cx="12725200" cy="7528000"/>
            <a:chOff x="-199950" y="-251250"/>
            <a:chExt cx="9543900" cy="5646000"/>
          </a:xfrm>
        </p:grpSpPr>
        <p:cxnSp>
          <p:nvCxnSpPr>
            <p:cNvPr id="97" name="Google Shape;97;p4"/>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98" name="Google Shape;98;p4"/>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99" name="Google Shape;99;p4"/>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0" name="Google Shape;100;p4"/>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1" name="Google Shape;101;p4"/>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2" name="Google Shape;102;p4"/>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3" name="Google Shape;103;p4"/>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4" name="Google Shape;104;p4"/>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5" name="Google Shape;105;p4"/>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6" name="Google Shape;106;p4"/>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7" name="Google Shape;107;p4"/>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8" name="Google Shape;108;p4"/>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9" name="Google Shape;109;p4"/>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10" name="Google Shape;110;p4"/>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11" name="Google Shape;111;p4"/>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12" name="Google Shape;112;p4"/>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3" name="Google Shape;113;p4"/>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4" name="Google Shape;114;p4"/>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5" name="Google Shape;115;p4"/>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6" name="Google Shape;116;p4"/>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7" name="Google Shape;117;p4"/>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8" name="Google Shape;118;p4"/>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9" name="Google Shape;119;p4"/>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20" name="Google Shape;120;p4"/>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21" name="Google Shape;121;p4"/>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22" name="Google Shape;122;p4"/>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123" name="Google Shape;123;p4"/>
          <p:cNvGrpSpPr/>
          <p:nvPr/>
        </p:nvGrpSpPr>
        <p:grpSpPr>
          <a:xfrm>
            <a:off x="631533" y="366533"/>
            <a:ext cx="11133067" cy="6328165"/>
            <a:chOff x="473650" y="274900"/>
            <a:chExt cx="8349800" cy="4746124"/>
          </a:xfrm>
        </p:grpSpPr>
        <p:grpSp>
          <p:nvGrpSpPr>
            <p:cNvPr id="124" name="Google Shape;124;p4"/>
            <p:cNvGrpSpPr/>
            <p:nvPr/>
          </p:nvGrpSpPr>
          <p:grpSpPr>
            <a:xfrm>
              <a:off x="626050" y="427300"/>
              <a:ext cx="8197400" cy="4593724"/>
              <a:chOff x="-280802" y="20880"/>
              <a:chExt cx="10622522" cy="5952733"/>
            </a:xfrm>
          </p:grpSpPr>
          <p:sp>
            <p:nvSpPr>
              <p:cNvPr id="125" name="Google Shape;125;p4"/>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126" name="Google Shape;126;p4"/>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127" name="Google Shape;127;p4"/>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128" name="Google Shape;128;p4"/>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129" name="Google Shape;129;p4"/>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nvGrpSpPr>
            <p:cNvPr id="130" name="Google Shape;130;p4"/>
            <p:cNvGrpSpPr/>
            <p:nvPr/>
          </p:nvGrpSpPr>
          <p:grpSpPr>
            <a:xfrm>
              <a:off x="473650" y="274900"/>
              <a:ext cx="8197400" cy="4593724"/>
              <a:chOff x="-280802" y="20880"/>
              <a:chExt cx="10622522" cy="5952733"/>
            </a:xfrm>
          </p:grpSpPr>
          <p:sp>
            <p:nvSpPr>
              <p:cNvPr id="131" name="Google Shape;131;p4"/>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132" name="Google Shape;132;p4"/>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133" name="Google Shape;133;p4"/>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134" name="Google Shape;134;p4"/>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135" name="Google Shape;135;p4"/>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sp>
        <p:nvSpPr>
          <p:cNvPr id="136" name="Google Shape;136;p4"/>
          <p:cNvSpPr txBox="1">
            <a:spLocks noGrp="1"/>
          </p:cNvSpPr>
          <p:nvPr>
            <p:ph type="body" idx="1"/>
          </p:nvPr>
        </p:nvSpPr>
        <p:spPr>
          <a:xfrm>
            <a:off x="960000" y="2018733"/>
            <a:ext cx="10272000" cy="4073200"/>
          </a:xfrm>
          <a:prstGeom prst="rect">
            <a:avLst/>
          </a:prstGeom>
        </p:spPr>
        <p:txBody>
          <a:bodyPr spcFirstLastPara="1" wrap="square" lIns="91425" tIns="91425" rIns="91425" bIns="91425" anchor="t" anchorCtr="0">
            <a:noAutofit/>
          </a:bodyPr>
          <a:lstStyle>
            <a:lvl1pPr marL="609585" lvl="0" indent="-457189" rtl="0">
              <a:lnSpc>
                <a:spcPct val="115000"/>
              </a:lnSpc>
              <a:spcBef>
                <a:spcPts val="0"/>
              </a:spcBef>
              <a:spcAft>
                <a:spcPts val="0"/>
              </a:spcAft>
              <a:buClr>
                <a:schemeClr val="accent1"/>
              </a:buClr>
              <a:buSzPts val="1800"/>
              <a:buFont typeface="Darker Grotesque SemiBold"/>
              <a:buChar char="●"/>
              <a:defRPr sz="1600">
                <a:solidFill>
                  <a:srgbClr val="434343"/>
                </a:solidFill>
              </a:defRPr>
            </a:lvl1pPr>
            <a:lvl2pPr marL="1219170" lvl="1" indent="-423323" rtl="0">
              <a:lnSpc>
                <a:spcPct val="115000"/>
              </a:lnSpc>
              <a:spcBef>
                <a:spcPts val="0"/>
              </a:spcBef>
              <a:spcAft>
                <a:spcPts val="0"/>
              </a:spcAft>
              <a:buClr>
                <a:srgbClr val="15325B"/>
              </a:buClr>
              <a:buSzPts val="1400"/>
              <a:buFont typeface="Darker Grotesque SemiBold"/>
              <a:buChar char="○"/>
              <a:defRPr>
                <a:solidFill>
                  <a:srgbClr val="434343"/>
                </a:solidFill>
              </a:defRPr>
            </a:lvl2pPr>
            <a:lvl3pPr marL="1828754" lvl="2" indent="-423323" rtl="0">
              <a:lnSpc>
                <a:spcPct val="115000"/>
              </a:lnSpc>
              <a:spcBef>
                <a:spcPts val="0"/>
              </a:spcBef>
              <a:spcAft>
                <a:spcPts val="0"/>
              </a:spcAft>
              <a:buClr>
                <a:srgbClr val="15325B"/>
              </a:buClr>
              <a:buSzPts val="1400"/>
              <a:buFont typeface="Darker Grotesque SemiBold"/>
              <a:buChar char="■"/>
              <a:defRPr>
                <a:solidFill>
                  <a:srgbClr val="434343"/>
                </a:solidFill>
              </a:defRPr>
            </a:lvl3pPr>
            <a:lvl4pPr marL="2438339" lvl="3" indent="-423323" rtl="0">
              <a:lnSpc>
                <a:spcPct val="115000"/>
              </a:lnSpc>
              <a:spcBef>
                <a:spcPts val="0"/>
              </a:spcBef>
              <a:spcAft>
                <a:spcPts val="0"/>
              </a:spcAft>
              <a:buClr>
                <a:srgbClr val="15325B"/>
              </a:buClr>
              <a:buSzPts val="1400"/>
              <a:buFont typeface="Darker Grotesque SemiBold"/>
              <a:buChar char="●"/>
              <a:defRPr>
                <a:solidFill>
                  <a:srgbClr val="434343"/>
                </a:solidFill>
              </a:defRPr>
            </a:lvl4pPr>
            <a:lvl5pPr marL="3047924" lvl="4" indent="-423323" rtl="0">
              <a:lnSpc>
                <a:spcPct val="115000"/>
              </a:lnSpc>
              <a:spcBef>
                <a:spcPts val="0"/>
              </a:spcBef>
              <a:spcAft>
                <a:spcPts val="0"/>
              </a:spcAft>
              <a:buClr>
                <a:srgbClr val="15325B"/>
              </a:buClr>
              <a:buSzPts val="1400"/>
              <a:buFont typeface="Darker Grotesque SemiBold"/>
              <a:buChar char="○"/>
              <a:defRPr>
                <a:solidFill>
                  <a:srgbClr val="434343"/>
                </a:solidFill>
              </a:defRPr>
            </a:lvl5pPr>
            <a:lvl6pPr marL="3657509" lvl="5" indent="-423323" rtl="0">
              <a:lnSpc>
                <a:spcPct val="115000"/>
              </a:lnSpc>
              <a:spcBef>
                <a:spcPts val="0"/>
              </a:spcBef>
              <a:spcAft>
                <a:spcPts val="0"/>
              </a:spcAft>
              <a:buClr>
                <a:srgbClr val="15325B"/>
              </a:buClr>
              <a:buSzPts val="1400"/>
              <a:buFont typeface="Darker Grotesque SemiBold"/>
              <a:buChar char="■"/>
              <a:defRPr>
                <a:solidFill>
                  <a:srgbClr val="434343"/>
                </a:solidFill>
              </a:defRPr>
            </a:lvl6pPr>
            <a:lvl7pPr marL="4267093" lvl="6" indent="-423323" rtl="0">
              <a:lnSpc>
                <a:spcPct val="115000"/>
              </a:lnSpc>
              <a:spcBef>
                <a:spcPts val="0"/>
              </a:spcBef>
              <a:spcAft>
                <a:spcPts val="0"/>
              </a:spcAft>
              <a:buClr>
                <a:srgbClr val="15325B"/>
              </a:buClr>
              <a:buSzPts val="1400"/>
              <a:buFont typeface="Darker Grotesque SemiBold"/>
              <a:buChar char="●"/>
              <a:defRPr>
                <a:solidFill>
                  <a:srgbClr val="434343"/>
                </a:solidFill>
              </a:defRPr>
            </a:lvl7pPr>
            <a:lvl8pPr marL="4876678" lvl="7" indent="-423323" rtl="0">
              <a:lnSpc>
                <a:spcPct val="115000"/>
              </a:lnSpc>
              <a:spcBef>
                <a:spcPts val="0"/>
              </a:spcBef>
              <a:spcAft>
                <a:spcPts val="0"/>
              </a:spcAft>
              <a:buClr>
                <a:srgbClr val="15325B"/>
              </a:buClr>
              <a:buSzPts val="1400"/>
              <a:buFont typeface="Darker Grotesque SemiBold"/>
              <a:buChar char="○"/>
              <a:defRPr>
                <a:solidFill>
                  <a:srgbClr val="434343"/>
                </a:solidFill>
              </a:defRPr>
            </a:lvl8pPr>
            <a:lvl9pPr marL="5486263" lvl="8" indent="-423323"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a:pPr lvl="0"/>
            <a:r>
              <a:rPr lang="en-US"/>
              <a:t>Click to edit Master text styles</a:t>
            </a:r>
          </a:p>
        </p:txBody>
      </p:sp>
      <p:sp>
        <p:nvSpPr>
          <p:cNvPr id="137" name="Google Shape;137;p4"/>
          <p:cNvSpPr txBox="1">
            <a:spLocks noGrp="1"/>
          </p:cNvSpPr>
          <p:nvPr>
            <p:ph type="title"/>
          </p:nvPr>
        </p:nvSpPr>
        <p:spPr>
          <a:xfrm>
            <a:off x="1195667" y="1255133"/>
            <a:ext cx="9801600" cy="763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37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4150741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38"/>
        <p:cNvGrpSpPr/>
        <p:nvPr/>
      </p:nvGrpSpPr>
      <p:grpSpPr>
        <a:xfrm>
          <a:off x="0" y="0"/>
          <a:ext cx="0" cy="0"/>
          <a:chOff x="0" y="0"/>
          <a:chExt cx="0" cy="0"/>
        </a:xfrm>
      </p:grpSpPr>
      <p:grpSp>
        <p:nvGrpSpPr>
          <p:cNvPr id="139" name="Google Shape;139;p5"/>
          <p:cNvGrpSpPr/>
          <p:nvPr/>
        </p:nvGrpSpPr>
        <p:grpSpPr>
          <a:xfrm>
            <a:off x="-266600" y="-436600"/>
            <a:ext cx="12725200" cy="7528000"/>
            <a:chOff x="-199950" y="-251250"/>
            <a:chExt cx="9543900" cy="5646000"/>
          </a:xfrm>
        </p:grpSpPr>
        <p:cxnSp>
          <p:nvCxnSpPr>
            <p:cNvPr id="140" name="Google Shape;140;p5"/>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41" name="Google Shape;141;p5"/>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42" name="Google Shape;142;p5"/>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43" name="Google Shape;143;p5"/>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44" name="Google Shape;144;p5"/>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45" name="Google Shape;145;p5"/>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46" name="Google Shape;146;p5"/>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47" name="Google Shape;147;p5"/>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48" name="Google Shape;148;p5"/>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49" name="Google Shape;149;p5"/>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50" name="Google Shape;150;p5"/>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51" name="Google Shape;151;p5"/>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52" name="Google Shape;152;p5"/>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53" name="Google Shape;153;p5"/>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54" name="Google Shape;154;p5"/>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55" name="Google Shape;155;p5"/>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56" name="Google Shape;156;p5"/>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57" name="Google Shape;157;p5"/>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58" name="Google Shape;158;p5"/>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59" name="Google Shape;159;p5"/>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60" name="Google Shape;160;p5"/>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61" name="Google Shape;161;p5"/>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62" name="Google Shape;162;p5"/>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63" name="Google Shape;163;p5"/>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64" name="Google Shape;164;p5"/>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65" name="Google Shape;165;p5"/>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166" name="Google Shape;166;p5"/>
          <p:cNvGrpSpPr/>
          <p:nvPr/>
        </p:nvGrpSpPr>
        <p:grpSpPr>
          <a:xfrm>
            <a:off x="631533" y="366533"/>
            <a:ext cx="11133067" cy="6328165"/>
            <a:chOff x="473650" y="274900"/>
            <a:chExt cx="8349800" cy="4746124"/>
          </a:xfrm>
        </p:grpSpPr>
        <p:grpSp>
          <p:nvGrpSpPr>
            <p:cNvPr id="167" name="Google Shape;167;p5"/>
            <p:cNvGrpSpPr/>
            <p:nvPr/>
          </p:nvGrpSpPr>
          <p:grpSpPr>
            <a:xfrm>
              <a:off x="626050" y="427300"/>
              <a:ext cx="8197400" cy="4593724"/>
              <a:chOff x="-280802" y="20880"/>
              <a:chExt cx="10622522" cy="5952733"/>
            </a:xfrm>
          </p:grpSpPr>
          <p:sp>
            <p:nvSpPr>
              <p:cNvPr id="168" name="Google Shape;168;p5"/>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169" name="Google Shape;169;p5"/>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170" name="Google Shape;170;p5"/>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171" name="Google Shape;171;p5"/>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172" name="Google Shape;172;p5"/>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nvGrpSpPr>
            <p:cNvPr id="173" name="Google Shape;173;p5"/>
            <p:cNvGrpSpPr/>
            <p:nvPr/>
          </p:nvGrpSpPr>
          <p:grpSpPr>
            <a:xfrm>
              <a:off x="473650" y="274900"/>
              <a:ext cx="8197400" cy="4593724"/>
              <a:chOff x="-280802" y="20880"/>
              <a:chExt cx="10622522" cy="5952733"/>
            </a:xfrm>
          </p:grpSpPr>
          <p:sp>
            <p:nvSpPr>
              <p:cNvPr id="174" name="Google Shape;174;p5"/>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175" name="Google Shape;175;p5"/>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176" name="Google Shape;176;p5"/>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177" name="Google Shape;177;p5"/>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178" name="Google Shape;178;p5"/>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sp>
        <p:nvSpPr>
          <p:cNvPr id="179" name="Google Shape;179;p5"/>
          <p:cNvSpPr txBox="1">
            <a:spLocks noGrp="1"/>
          </p:cNvSpPr>
          <p:nvPr>
            <p:ph type="subTitle" idx="1"/>
          </p:nvPr>
        </p:nvSpPr>
        <p:spPr>
          <a:xfrm>
            <a:off x="1721000" y="3830856"/>
            <a:ext cx="3876800" cy="5676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Bebas Neue"/>
              <a:buNone/>
              <a:defRPr sz="2400" b="1">
                <a:latin typeface="Days One"/>
                <a:ea typeface="Days One"/>
                <a:cs typeface="Days One"/>
                <a:sym typeface="Days One"/>
              </a:defRPr>
            </a:lvl1pPr>
            <a:lvl2pPr lvl="1" algn="ctr">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80" name="Google Shape;180;p5"/>
          <p:cNvSpPr txBox="1">
            <a:spLocks noGrp="1"/>
          </p:cNvSpPr>
          <p:nvPr>
            <p:ph type="subTitle" idx="2"/>
          </p:nvPr>
        </p:nvSpPr>
        <p:spPr>
          <a:xfrm>
            <a:off x="6594167" y="3830856"/>
            <a:ext cx="3876800" cy="56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81" name="Google Shape;181;p5"/>
          <p:cNvSpPr txBox="1">
            <a:spLocks noGrp="1"/>
          </p:cNvSpPr>
          <p:nvPr>
            <p:ph type="subTitle" idx="3"/>
          </p:nvPr>
        </p:nvSpPr>
        <p:spPr>
          <a:xfrm>
            <a:off x="1721000" y="4242927"/>
            <a:ext cx="3876800" cy="1428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82" name="Google Shape;182;p5"/>
          <p:cNvSpPr txBox="1">
            <a:spLocks noGrp="1"/>
          </p:cNvSpPr>
          <p:nvPr>
            <p:ph type="subTitle" idx="4"/>
          </p:nvPr>
        </p:nvSpPr>
        <p:spPr>
          <a:xfrm>
            <a:off x="6594167" y="4242927"/>
            <a:ext cx="3876800" cy="1428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83" name="Google Shape;183;p5"/>
          <p:cNvSpPr txBox="1">
            <a:spLocks noGrp="1"/>
          </p:cNvSpPr>
          <p:nvPr>
            <p:ph type="title"/>
          </p:nvPr>
        </p:nvSpPr>
        <p:spPr>
          <a:xfrm>
            <a:off x="1195667" y="1255133"/>
            <a:ext cx="9801600" cy="763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37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925058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84"/>
        <p:cNvGrpSpPr/>
        <p:nvPr/>
      </p:nvGrpSpPr>
      <p:grpSpPr>
        <a:xfrm>
          <a:off x="0" y="0"/>
          <a:ext cx="0" cy="0"/>
          <a:chOff x="0" y="0"/>
          <a:chExt cx="0" cy="0"/>
        </a:xfrm>
      </p:grpSpPr>
      <p:grpSp>
        <p:nvGrpSpPr>
          <p:cNvPr id="185" name="Google Shape;185;p6"/>
          <p:cNvGrpSpPr/>
          <p:nvPr/>
        </p:nvGrpSpPr>
        <p:grpSpPr>
          <a:xfrm>
            <a:off x="-266600" y="-436600"/>
            <a:ext cx="12725200" cy="7528000"/>
            <a:chOff x="-199950" y="-251250"/>
            <a:chExt cx="9543900" cy="5646000"/>
          </a:xfrm>
        </p:grpSpPr>
        <p:cxnSp>
          <p:nvCxnSpPr>
            <p:cNvPr id="186" name="Google Shape;186;p6"/>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87" name="Google Shape;187;p6"/>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88" name="Google Shape;188;p6"/>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89" name="Google Shape;189;p6"/>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0" name="Google Shape;190;p6"/>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1" name="Google Shape;191;p6"/>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2" name="Google Shape;192;p6"/>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3" name="Google Shape;193;p6"/>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4" name="Google Shape;194;p6"/>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5" name="Google Shape;195;p6"/>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6" name="Google Shape;196;p6"/>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7" name="Google Shape;197;p6"/>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8" name="Google Shape;198;p6"/>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9" name="Google Shape;199;p6"/>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00" name="Google Shape;200;p6"/>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01" name="Google Shape;201;p6"/>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02" name="Google Shape;202;p6"/>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03" name="Google Shape;203;p6"/>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04" name="Google Shape;204;p6"/>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05" name="Google Shape;205;p6"/>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06" name="Google Shape;206;p6"/>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07" name="Google Shape;207;p6"/>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08" name="Google Shape;208;p6"/>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09" name="Google Shape;209;p6"/>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10" name="Google Shape;210;p6"/>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11" name="Google Shape;211;p6"/>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212" name="Google Shape;212;p6"/>
          <p:cNvGrpSpPr/>
          <p:nvPr/>
        </p:nvGrpSpPr>
        <p:grpSpPr>
          <a:xfrm>
            <a:off x="631533" y="366533"/>
            <a:ext cx="11133067" cy="6328165"/>
            <a:chOff x="473650" y="274900"/>
            <a:chExt cx="8349800" cy="4746124"/>
          </a:xfrm>
        </p:grpSpPr>
        <p:grpSp>
          <p:nvGrpSpPr>
            <p:cNvPr id="213" name="Google Shape;213;p6"/>
            <p:cNvGrpSpPr/>
            <p:nvPr/>
          </p:nvGrpSpPr>
          <p:grpSpPr>
            <a:xfrm>
              <a:off x="626050" y="427300"/>
              <a:ext cx="8197400" cy="4593724"/>
              <a:chOff x="-280802" y="20880"/>
              <a:chExt cx="10622522" cy="5952733"/>
            </a:xfrm>
          </p:grpSpPr>
          <p:sp>
            <p:nvSpPr>
              <p:cNvPr id="214" name="Google Shape;214;p6"/>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215" name="Google Shape;215;p6"/>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216" name="Google Shape;216;p6"/>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217" name="Google Shape;217;p6"/>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218" name="Google Shape;218;p6"/>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nvGrpSpPr>
            <p:cNvPr id="219" name="Google Shape;219;p6"/>
            <p:cNvGrpSpPr/>
            <p:nvPr/>
          </p:nvGrpSpPr>
          <p:grpSpPr>
            <a:xfrm>
              <a:off x="473650" y="274900"/>
              <a:ext cx="8197400" cy="4593724"/>
              <a:chOff x="-280802" y="20880"/>
              <a:chExt cx="10622522" cy="5952733"/>
            </a:xfrm>
          </p:grpSpPr>
          <p:sp>
            <p:nvSpPr>
              <p:cNvPr id="220" name="Google Shape;220;p6"/>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221" name="Google Shape;221;p6"/>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222" name="Google Shape;222;p6"/>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223" name="Google Shape;223;p6"/>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224" name="Google Shape;224;p6"/>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sp>
        <p:nvSpPr>
          <p:cNvPr id="225" name="Google Shape;225;p6"/>
          <p:cNvSpPr txBox="1">
            <a:spLocks noGrp="1"/>
          </p:cNvSpPr>
          <p:nvPr>
            <p:ph type="title"/>
          </p:nvPr>
        </p:nvSpPr>
        <p:spPr>
          <a:xfrm>
            <a:off x="1195667" y="1255133"/>
            <a:ext cx="9801600" cy="763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37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2960553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26"/>
        <p:cNvGrpSpPr/>
        <p:nvPr/>
      </p:nvGrpSpPr>
      <p:grpSpPr>
        <a:xfrm>
          <a:off x="0" y="0"/>
          <a:ext cx="0" cy="0"/>
          <a:chOff x="0" y="0"/>
          <a:chExt cx="0" cy="0"/>
        </a:xfrm>
      </p:grpSpPr>
      <p:grpSp>
        <p:nvGrpSpPr>
          <p:cNvPr id="227" name="Google Shape;227;p7"/>
          <p:cNvGrpSpPr/>
          <p:nvPr/>
        </p:nvGrpSpPr>
        <p:grpSpPr>
          <a:xfrm>
            <a:off x="-266600" y="-436600"/>
            <a:ext cx="12725200" cy="7528000"/>
            <a:chOff x="-199950" y="-251250"/>
            <a:chExt cx="9543900" cy="5646000"/>
          </a:xfrm>
        </p:grpSpPr>
        <p:cxnSp>
          <p:nvCxnSpPr>
            <p:cNvPr id="228" name="Google Shape;228;p7"/>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29" name="Google Shape;229;p7"/>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0" name="Google Shape;230;p7"/>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1" name="Google Shape;231;p7"/>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2" name="Google Shape;232;p7"/>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3" name="Google Shape;233;p7"/>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4" name="Google Shape;234;p7"/>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5" name="Google Shape;235;p7"/>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6" name="Google Shape;236;p7"/>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7" name="Google Shape;237;p7"/>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8" name="Google Shape;238;p7"/>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9" name="Google Shape;239;p7"/>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40" name="Google Shape;240;p7"/>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41" name="Google Shape;241;p7"/>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42" name="Google Shape;242;p7"/>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43" name="Google Shape;243;p7"/>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4" name="Google Shape;244;p7"/>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5" name="Google Shape;245;p7"/>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6" name="Google Shape;246;p7"/>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7" name="Google Shape;247;p7"/>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8" name="Google Shape;248;p7"/>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9" name="Google Shape;249;p7"/>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50" name="Google Shape;250;p7"/>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51" name="Google Shape;251;p7"/>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52" name="Google Shape;252;p7"/>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53" name="Google Shape;253;p7"/>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254" name="Google Shape;254;p7"/>
          <p:cNvGrpSpPr/>
          <p:nvPr/>
        </p:nvGrpSpPr>
        <p:grpSpPr>
          <a:xfrm>
            <a:off x="631533" y="366533"/>
            <a:ext cx="11133067" cy="6328165"/>
            <a:chOff x="473650" y="274900"/>
            <a:chExt cx="8349800" cy="4746124"/>
          </a:xfrm>
        </p:grpSpPr>
        <p:grpSp>
          <p:nvGrpSpPr>
            <p:cNvPr id="255" name="Google Shape;255;p7"/>
            <p:cNvGrpSpPr/>
            <p:nvPr/>
          </p:nvGrpSpPr>
          <p:grpSpPr>
            <a:xfrm>
              <a:off x="626050" y="427300"/>
              <a:ext cx="8197400" cy="4593724"/>
              <a:chOff x="-280802" y="20880"/>
              <a:chExt cx="10622522" cy="5952733"/>
            </a:xfrm>
          </p:grpSpPr>
          <p:sp>
            <p:nvSpPr>
              <p:cNvPr id="256" name="Google Shape;256;p7"/>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257" name="Google Shape;257;p7"/>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258" name="Google Shape;258;p7"/>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259" name="Google Shape;259;p7"/>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260" name="Google Shape;260;p7"/>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nvGrpSpPr>
            <p:cNvPr id="261" name="Google Shape;261;p7"/>
            <p:cNvGrpSpPr/>
            <p:nvPr/>
          </p:nvGrpSpPr>
          <p:grpSpPr>
            <a:xfrm>
              <a:off x="473650" y="274900"/>
              <a:ext cx="8197400" cy="4593724"/>
              <a:chOff x="-280802" y="20880"/>
              <a:chExt cx="10622522" cy="5952733"/>
            </a:xfrm>
          </p:grpSpPr>
          <p:sp>
            <p:nvSpPr>
              <p:cNvPr id="262" name="Google Shape;262;p7"/>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263" name="Google Shape;263;p7"/>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264" name="Google Shape;264;p7"/>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265" name="Google Shape;265;p7"/>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266" name="Google Shape;266;p7"/>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sp>
        <p:nvSpPr>
          <p:cNvPr id="267" name="Google Shape;267;p7"/>
          <p:cNvSpPr txBox="1">
            <a:spLocks noGrp="1"/>
          </p:cNvSpPr>
          <p:nvPr>
            <p:ph type="body" idx="1"/>
          </p:nvPr>
        </p:nvSpPr>
        <p:spPr>
          <a:xfrm>
            <a:off x="5841367" y="2626767"/>
            <a:ext cx="5156000" cy="3321200"/>
          </a:xfrm>
          <a:prstGeom prst="rect">
            <a:avLst/>
          </a:prstGeom>
        </p:spPr>
        <p:txBody>
          <a:bodyPr spcFirstLastPara="1" wrap="square" lIns="91425" tIns="91425" rIns="91425" bIns="91425" anchor="t" anchorCtr="0">
            <a:noAutofit/>
          </a:bodyPr>
          <a:lstStyle>
            <a:lvl1pPr marL="609585" lvl="0" indent="-423323" rtl="0">
              <a:lnSpc>
                <a:spcPct val="115000"/>
              </a:lnSpc>
              <a:spcBef>
                <a:spcPts val="0"/>
              </a:spcBef>
              <a:spcAft>
                <a:spcPts val="0"/>
              </a:spcAft>
              <a:buClr>
                <a:schemeClr val="accent2"/>
              </a:buClr>
              <a:buSzPts val="1400"/>
              <a:buChar char="●"/>
              <a:defRPr sz="1867"/>
            </a:lvl1pPr>
            <a:lvl2pPr marL="1219170" lvl="1" indent="-423323" rtl="0">
              <a:lnSpc>
                <a:spcPct val="115000"/>
              </a:lnSpc>
              <a:spcBef>
                <a:spcPts val="0"/>
              </a:spcBef>
              <a:spcAft>
                <a:spcPts val="0"/>
              </a:spcAft>
              <a:buSzPts val="1400"/>
              <a:buChar char="○"/>
              <a:defRPr/>
            </a:lvl2pPr>
            <a:lvl3pPr marL="1828754" lvl="2" indent="-423323" rtl="0">
              <a:lnSpc>
                <a:spcPct val="115000"/>
              </a:lnSpc>
              <a:spcBef>
                <a:spcPts val="0"/>
              </a:spcBef>
              <a:spcAft>
                <a:spcPts val="0"/>
              </a:spcAft>
              <a:buSzPts val="1400"/>
              <a:buChar char="■"/>
              <a:defRPr/>
            </a:lvl3pPr>
            <a:lvl4pPr marL="2438339" lvl="3" indent="-423323" rtl="0">
              <a:lnSpc>
                <a:spcPct val="115000"/>
              </a:lnSpc>
              <a:spcBef>
                <a:spcPts val="0"/>
              </a:spcBef>
              <a:spcAft>
                <a:spcPts val="0"/>
              </a:spcAft>
              <a:buSzPts val="1400"/>
              <a:buChar char="●"/>
              <a:defRPr/>
            </a:lvl4pPr>
            <a:lvl5pPr marL="3047924" lvl="4" indent="-423323" rtl="0">
              <a:lnSpc>
                <a:spcPct val="115000"/>
              </a:lnSpc>
              <a:spcBef>
                <a:spcPts val="0"/>
              </a:spcBef>
              <a:spcAft>
                <a:spcPts val="0"/>
              </a:spcAft>
              <a:buSzPts val="1400"/>
              <a:buChar char="○"/>
              <a:defRPr/>
            </a:lvl5pPr>
            <a:lvl6pPr marL="3657509" lvl="5" indent="-423323" rtl="0">
              <a:lnSpc>
                <a:spcPct val="115000"/>
              </a:lnSpc>
              <a:spcBef>
                <a:spcPts val="0"/>
              </a:spcBef>
              <a:spcAft>
                <a:spcPts val="0"/>
              </a:spcAft>
              <a:buSzPts val="1400"/>
              <a:buChar char="■"/>
              <a:defRPr/>
            </a:lvl6pPr>
            <a:lvl7pPr marL="4267093" lvl="6" indent="-423323" rtl="0">
              <a:lnSpc>
                <a:spcPct val="115000"/>
              </a:lnSpc>
              <a:spcBef>
                <a:spcPts val="0"/>
              </a:spcBef>
              <a:spcAft>
                <a:spcPts val="0"/>
              </a:spcAft>
              <a:buSzPts val="1400"/>
              <a:buChar char="●"/>
              <a:defRPr/>
            </a:lvl7pPr>
            <a:lvl8pPr marL="4876678" lvl="7" indent="-423323" rtl="0">
              <a:lnSpc>
                <a:spcPct val="115000"/>
              </a:lnSpc>
              <a:spcBef>
                <a:spcPts val="0"/>
              </a:spcBef>
              <a:spcAft>
                <a:spcPts val="0"/>
              </a:spcAft>
              <a:buSzPts val="1400"/>
              <a:buChar char="○"/>
              <a:defRPr/>
            </a:lvl8pPr>
            <a:lvl9pPr marL="5486263" lvl="8" indent="-423323" rtl="0">
              <a:lnSpc>
                <a:spcPct val="115000"/>
              </a:lnSpc>
              <a:spcBef>
                <a:spcPts val="0"/>
              </a:spcBef>
              <a:spcAft>
                <a:spcPts val="0"/>
              </a:spcAft>
              <a:buSzPts val="1400"/>
              <a:buChar char="■"/>
              <a:defRPr/>
            </a:lvl9pPr>
          </a:lstStyle>
          <a:p>
            <a:pPr lvl="0"/>
            <a:r>
              <a:rPr lang="en-US"/>
              <a:t>Click to edit Master text styles</a:t>
            </a:r>
          </a:p>
        </p:txBody>
      </p:sp>
      <p:sp>
        <p:nvSpPr>
          <p:cNvPr id="268" name="Google Shape;268;p7"/>
          <p:cNvSpPr>
            <a:spLocks noGrp="1"/>
          </p:cNvSpPr>
          <p:nvPr>
            <p:ph type="pic" idx="2"/>
          </p:nvPr>
        </p:nvSpPr>
        <p:spPr>
          <a:xfrm>
            <a:off x="1195667" y="2626767"/>
            <a:ext cx="4290000" cy="3321200"/>
          </a:xfrm>
          <a:prstGeom prst="rect">
            <a:avLst/>
          </a:prstGeom>
          <a:noFill/>
          <a:ln w="19050" cap="flat" cmpd="sng">
            <a:solidFill>
              <a:schemeClr val="dk1"/>
            </a:solidFill>
            <a:prstDash val="solid"/>
            <a:round/>
            <a:headEnd type="none" w="sm" len="sm"/>
            <a:tailEnd type="none" w="sm" len="sm"/>
          </a:ln>
        </p:spPr>
      </p:sp>
      <p:sp>
        <p:nvSpPr>
          <p:cNvPr id="269" name="Google Shape;269;p7"/>
          <p:cNvSpPr txBox="1">
            <a:spLocks noGrp="1"/>
          </p:cNvSpPr>
          <p:nvPr>
            <p:ph type="title"/>
          </p:nvPr>
        </p:nvSpPr>
        <p:spPr>
          <a:xfrm>
            <a:off x="1195667" y="1255133"/>
            <a:ext cx="9801600" cy="763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37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3840429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70"/>
        <p:cNvGrpSpPr/>
        <p:nvPr/>
      </p:nvGrpSpPr>
      <p:grpSpPr>
        <a:xfrm>
          <a:off x="0" y="0"/>
          <a:ext cx="0" cy="0"/>
          <a:chOff x="0" y="0"/>
          <a:chExt cx="0" cy="0"/>
        </a:xfrm>
      </p:grpSpPr>
      <p:grpSp>
        <p:nvGrpSpPr>
          <p:cNvPr id="271" name="Google Shape;271;p8"/>
          <p:cNvGrpSpPr/>
          <p:nvPr/>
        </p:nvGrpSpPr>
        <p:grpSpPr>
          <a:xfrm>
            <a:off x="-266600" y="-436600"/>
            <a:ext cx="12725200" cy="7528000"/>
            <a:chOff x="-199950" y="-251250"/>
            <a:chExt cx="9543900" cy="5646000"/>
          </a:xfrm>
        </p:grpSpPr>
        <p:cxnSp>
          <p:nvCxnSpPr>
            <p:cNvPr id="272" name="Google Shape;272;p8"/>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73" name="Google Shape;273;p8"/>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74" name="Google Shape;274;p8"/>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75" name="Google Shape;275;p8"/>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76" name="Google Shape;276;p8"/>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77" name="Google Shape;277;p8"/>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78" name="Google Shape;278;p8"/>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79" name="Google Shape;279;p8"/>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80" name="Google Shape;280;p8"/>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81" name="Google Shape;281;p8"/>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82" name="Google Shape;282;p8"/>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83" name="Google Shape;283;p8"/>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84" name="Google Shape;284;p8"/>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85" name="Google Shape;285;p8"/>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86" name="Google Shape;286;p8"/>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87" name="Google Shape;287;p8"/>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88" name="Google Shape;288;p8"/>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89" name="Google Shape;289;p8"/>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90" name="Google Shape;290;p8"/>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91" name="Google Shape;291;p8"/>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92" name="Google Shape;292;p8"/>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93" name="Google Shape;293;p8"/>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94" name="Google Shape;294;p8"/>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95" name="Google Shape;295;p8"/>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96" name="Google Shape;296;p8"/>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97" name="Google Shape;297;p8"/>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298" name="Google Shape;298;p8"/>
          <p:cNvGrpSpPr/>
          <p:nvPr/>
        </p:nvGrpSpPr>
        <p:grpSpPr>
          <a:xfrm>
            <a:off x="631533" y="366533"/>
            <a:ext cx="11133067" cy="6328165"/>
            <a:chOff x="473650" y="274900"/>
            <a:chExt cx="8349800" cy="4746124"/>
          </a:xfrm>
        </p:grpSpPr>
        <p:grpSp>
          <p:nvGrpSpPr>
            <p:cNvPr id="299" name="Google Shape;299;p8"/>
            <p:cNvGrpSpPr/>
            <p:nvPr/>
          </p:nvGrpSpPr>
          <p:grpSpPr>
            <a:xfrm>
              <a:off x="626050" y="427300"/>
              <a:ext cx="8197400" cy="4593724"/>
              <a:chOff x="-280802" y="20880"/>
              <a:chExt cx="10622522" cy="5952733"/>
            </a:xfrm>
          </p:grpSpPr>
          <p:sp>
            <p:nvSpPr>
              <p:cNvPr id="300" name="Google Shape;300;p8"/>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01" name="Google Shape;301;p8"/>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02" name="Google Shape;302;p8"/>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03" name="Google Shape;303;p8"/>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04" name="Google Shape;304;p8"/>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nvGrpSpPr>
            <p:cNvPr id="305" name="Google Shape;305;p8"/>
            <p:cNvGrpSpPr/>
            <p:nvPr/>
          </p:nvGrpSpPr>
          <p:grpSpPr>
            <a:xfrm>
              <a:off x="473650" y="274900"/>
              <a:ext cx="8197400" cy="4593724"/>
              <a:chOff x="-280802" y="20880"/>
              <a:chExt cx="10622522" cy="5952733"/>
            </a:xfrm>
          </p:grpSpPr>
          <p:sp>
            <p:nvSpPr>
              <p:cNvPr id="306" name="Google Shape;306;p8"/>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07" name="Google Shape;307;p8"/>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08" name="Google Shape;308;p8"/>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09" name="Google Shape;309;p8"/>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10" name="Google Shape;310;p8"/>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sp>
        <p:nvSpPr>
          <p:cNvPr id="311" name="Google Shape;311;p8"/>
          <p:cNvSpPr txBox="1">
            <a:spLocks noGrp="1"/>
          </p:cNvSpPr>
          <p:nvPr>
            <p:ph type="title"/>
          </p:nvPr>
        </p:nvSpPr>
        <p:spPr>
          <a:xfrm>
            <a:off x="3328833" y="1173200"/>
            <a:ext cx="7668000" cy="3232000"/>
          </a:xfrm>
          <a:prstGeom prst="rect">
            <a:avLst/>
          </a:prstGeom>
          <a:ln>
            <a:noFill/>
          </a:ln>
        </p:spPr>
        <p:txBody>
          <a:bodyPr spcFirstLastPara="1" wrap="square" lIns="91425" tIns="91425" rIns="91425" bIns="91425" anchor="ctr" anchorCtr="0">
            <a:noAutofit/>
          </a:bodyPr>
          <a:lstStyle>
            <a:lvl1pPr lvl="0" algn="r">
              <a:spcBef>
                <a:spcPts val="0"/>
              </a:spcBef>
              <a:spcAft>
                <a:spcPts val="0"/>
              </a:spcAft>
              <a:buSzPts val="6000"/>
              <a:buNone/>
              <a:defRPr sz="4667"/>
            </a:lvl1pPr>
            <a:lvl2pPr lvl="1" algn="ctr">
              <a:spcBef>
                <a:spcPts val="0"/>
              </a:spcBef>
              <a:spcAft>
                <a:spcPts val="0"/>
              </a:spcAft>
              <a:buSzPts val="6000"/>
              <a:buNone/>
              <a:defRPr sz="8000"/>
            </a:lvl2pPr>
            <a:lvl3pPr lvl="2" algn="ctr">
              <a:spcBef>
                <a:spcPts val="0"/>
              </a:spcBef>
              <a:spcAft>
                <a:spcPts val="0"/>
              </a:spcAft>
              <a:buSzPts val="6000"/>
              <a:buNone/>
              <a:defRPr sz="8000"/>
            </a:lvl3pPr>
            <a:lvl4pPr lvl="3" algn="ctr">
              <a:spcBef>
                <a:spcPts val="0"/>
              </a:spcBef>
              <a:spcAft>
                <a:spcPts val="0"/>
              </a:spcAft>
              <a:buSzPts val="6000"/>
              <a:buNone/>
              <a:defRPr sz="8000"/>
            </a:lvl4pPr>
            <a:lvl5pPr lvl="4" algn="ctr">
              <a:spcBef>
                <a:spcPts val="0"/>
              </a:spcBef>
              <a:spcAft>
                <a:spcPts val="0"/>
              </a:spcAft>
              <a:buSzPts val="6000"/>
              <a:buNone/>
              <a:defRPr sz="8000"/>
            </a:lvl5pPr>
            <a:lvl6pPr lvl="5" algn="ctr">
              <a:spcBef>
                <a:spcPts val="0"/>
              </a:spcBef>
              <a:spcAft>
                <a:spcPts val="0"/>
              </a:spcAft>
              <a:buSzPts val="6000"/>
              <a:buNone/>
              <a:defRPr sz="8000"/>
            </a:lvl6pPr>
            <a:lvl7pPr lvl="6" algn="ctr">
              <a:spcBef>
                <a:spcPts val="0"/>
              </a:spcBef>
              <a:spcAft>
                <a:spcPts val="0"/>
              </a:spcAft>
              <a:buSzPts val="6000"/>
              <a:buNone/>
              <a:defRPr sz="8000"/>
            </a:lvl7pPr>
            <a:lvl8pPr lvl="7" algn="ctr">
              <a:spcBef>
                <a:spcPts val="0"/>
              </a:spcBef>
              <a:spcAft>
                <a:spcPts val="0"/>
              </a:spcAft>
              <a:buSzPts val="6000"/>
              <a:buNone/>
              <a:defRPr sz="8000"/>
            </a:lvl8pPr>
            <a:lvl9pPr lvl="8" algn="ctr">
              <a:spcBef>
                <a:spcPts val="0"/>
              </a:spcBef>
              <a:spcAft>
                <a:spcPts val="0"/>
              </a:spcAft>
              <a:buSzPts val="6000"/>
              <a:buNone/>
              <a:defRPr sz="8000"/>
            </a:lvl9pPr>
          </a:lstStyle>
          <a:p>
            <a:r>
              <a:rPr lang="en-US"/>
              <a:t>Click to edit Master title style</a:t>
            </a:r>
            <a:endParaRPr/>
          </a:p>
        </p:txBody>
      </p:sp>
    </p:spTree>
    <p:extLst>
      <p:ext uri="{BB962C8B-B14F-4D97-AF65-F5344CB8AC3E}">
        <p14:creationId xmlns:p14="http://schemas.microsoft.com/office/powerpoint/2010/main" val="1541112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12"/>
        <p:cNvGrpSpPr/>
        <p:nvPr/>
      </p:nvGrpSpPr>
      <p:grpSpPr>
        <a:xfrm>
          <a:off x="0" y="0"/>
          <a:ext cx="0" cy="0"/>
          <a:chOff x="0" y="0"/>
          <a:chExt cx="0" cy="0"/>
        </a:xfrm>
      </p:grpSpPr>
      <p:grpSp>
        <p:nvGrpSpPr>
          <p:cNvPr id="313" name="Google Shape;313;p9"/>
          <p:cNvGrpSpPr/>
          <p:nvPr/>
        </p:nvGrpSpPr>
        <p:grpSpPr>
          <a:xfrm>
            <a:off x="-266600" y="-436600"/>
            <a:ext cx="12725200" cy="7528000"/>
            <a:chOff x="-199950" y="-251250"/>
            <a:chExt cx="9543900" cy="5646000"/>
          </a:xfrm>
        </p:grpSpPr>
        <p:cxnSp>
          <p:nvCxnSpPr>
            <p:cNvPr id="314" name="Google Shape;314;p9"/>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15" name="Google Shape;315;p9"/>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16" name="Google Shape;316;p9"/>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17" name="Google Shape;317;p9"/>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18" name="Google Shape;318;p9"/>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19" name="Google Shape;319;p9"/>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0" name="Google Shape;320;p9"/>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1" name="Google Shape;321;p9"/>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2" name="Google Shape;322;p9"/>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3" name="Google Shape;323;p9"/>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4" name="Google Shape;324;p9"/>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5" name="Google Shape;325;p9"/>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6" name="Google Shape;326;p9"/>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7" name="Google Shape;327;p9"/>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8" name="Google Shape;328;p9"/>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9" name="Google Shape;329;p9"/>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0" name="Google Shape;330;p9"/>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1" name="Google Shape;331;p9"/>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2" name="Google Shape;332;p9"/>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3" name="Google Shape;333;p9"/>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4" name="Google Shape;334;p9"/>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5" name="Google Shape;335;p9"/>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6" name="Google Shape;336;p9"/>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7" name="Google Shape;337;p9"/>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8" name="Google Shape;338;p9"/>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9" name="Google Shape;339;p9"/>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340" name="Google Shape;340;p9"/>
          <p:cNvGrpSpPr/>
          <p:nvPr/>
        </p:nvGrpSpPr>
        <p:grpSpPr>
          <a:xfrm>
            <a:off x="631533" y="366533"/>
            <a:ext cx="11133067" cy="6328165"/>
            <a:chOff x="473650" y="274900"/>
            <a:chExt cx="8349800" cy="4746124"/>
          </a:xfrm>
        </p:grpSpPr>
        <p:grpSp>
          <p:nvGrpSpPr>
            <p:cNvPr id="341" name="Google Shape;341;p9"/>
            <p:cNvGrpSpPr/>
            <p:nvPr/>
          </p:nvGrpSpPr>
          <p:grpSpPr>
            <a:xfrm>
              <a:off x="626050" y="427300"/>
              <a:ext cx="8197400" cy="4593724"/>
              <a:chOff x="-280802" y="20880"/>
              <a:chExt cx="10622522" cy="5952733"/>
            </a:xfrm>
          </p:grpSpPr>
          <p:sp>
            <p:nvSpPr>
              <p:cNvPr id="342" name="Google Shape;342;p9"/>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43" name="Google Shape;343;p9"/>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44" name="Google Shape;344;p9"/>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45" name="Google Shape;345;p9"/>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46" name="Google Shape;346;p9"/>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nvGrpSpPr>
            <p:cNvPr id="347" name="Google Shape;347;p9"/>
            <p:cNvGrpSpPr/>
            <p:nvPr/>
          </p:nvGrpSpPr>
          <p:grpSpPr>
            <a:xfrm>
              <a:off x="473650" y="274900"/>
              <a:ext cx="8197400" cy="4593724"/>
              <a:chOff x="-280802" y="20880"/>
              <a:chExt cx="10622522" cy="5952733"/>
            </a:xfrm>
          </p:grpSpPr>
          <p:sp>
            <p:nvSpPr>
              <p:cNvPr id="348" name="Google Shape;348;p9"/>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49" name="Google Shape;349;p9"/>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50" name="Google Shape;350;p9"/>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51" name="Google Shape;351;p9"/>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52" name="Google Shape;352;p9"/>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sp>
        <p:nvSpPr>
          <p:cNvPr id="353" name="Google Shape;353;p9"/>
          <p:cNvSpPr txBox="1">
            <a:spLocks noGrp="1"/>
          </p:cNvSpPr>
          <p:nvPr>
            <p:ph type="subTitle" idx="1"/>
          </p:nvPr>
        </p:nvSpPr>
        <p:spPr>
          <a:xfrm>
            <a:off x="1195200" y="2416367"/>
            <a:ext cx="4734400" cy="351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354" name="Google Shape;354;p9"/>
          <p:cNvSpPr txBox="1">
            <a:spLocks noGrp="1"/>
          </p:cNvSpPr>
          <p:nvPr>
            <p:ph type="subTitle" idx="2"/>
          </p:nvPr>
        </p:nvSpPr>
        <p:spPr>
          <a:xfrm>
            <a:off x="6262567" y="2416367"/>
            <a:ext cx="4734400" cy="351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355" name="Google Shape;355;p9"/>
          <p:cNvSpPr txBox="1">
            <a:spLocks noGrp="1"/>
          </p:cNvSpPr>
          <p:nvPr>
            <p:ph type="title"/>
          </p:nvPr>
        </p:nvSpPr>
        <p:spPr>
          <a:xfrm>
            <a:off x="1195667" y="1255133"/>
            <a:ext cx="9801600" cy="763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37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4214587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56"/>
        <p:cNvGrpSpPr/>
        <p:nvPr/>
      </p:nvGrpSpPr>
      <p:grpSpPr>
        <a:xfrm>
          <a:off x="0" y="0"/>
          <a:ext cx="0" cy="0"/>
          <a:chOff x="0" y="0"/>
          <a:chExt cx="0" cy="0"/>
        </a:xfrm>
      </p:grpSpPr>
      <p:sp>
        <p:nvSpPr>
          <p:cNvPr id="357" name="Google Shape;357;p10"/>
          <p:cNvSpPr>
            <a:spLocks noGrp="1"/>
          </p:cNvSpPr>
          <p:nvPr>
            <p:ph type="pic" idx="2"/>
          </p:nvPr>
        </p:nvSpPr>
        <p:spPr>
          <a:xfrm>
            <a:off x="-167" y="67"/>
            <a:ext cx="12192000" cy="6858000"/>
          </a:xfrm>
          <a:prstGeom prst="rect">
            <a:avLst/>
          </a:prstGeom>
          <a:noFill/>
          <a:ln>
            <a:noFill/>
          </a:ln>
        </p:spPr>
      </p:sp>
      <p:sp>
        <p:nvSpPr>
          <p:cNvPr id="358" name="Google Shape;358;p10"/>
          <p:cNvSpPr txBox="1">
            <a:spLocks noGrp="1"/>
          </p:cNvSpPr>
          <p:nvPr>
            <p:ph type="title"/>
          </p:nvPr>
        </p:nvSpPr>
        <p:spPr>
          <a:xfrm>
            <a:off x="950967" y="719333"/>
            <a:ext cx="10290000" cy="9252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733"/>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3198454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59"/>
        <p:cNvGrpSpPr/>
        <p:nvPr/>
      </p:nvGrpSpPr>
      <p:grpSpPr>
        <a:xfrm>
          <a:off x="0" y="0"/>
          <a:ext cx="0" cy="0"/>
          <a:chOff x="0" y="0"/>
          <a:chExt cx="0" cy="0"/>
        </a:xfrm>
      </p:grpSpPr>
      <p:grpSp>
        <p:nvGrpSpPr>
          <p:cNvPr id="360" name="Google Shape;360;p11"/>
          <p:cNvGrpSpPr/>
          <p:nvPr/>
        </p:nvGrpSpPr>
        <p:grpSpPr>
          <a:xfrm>
            <a:off x="-266600" y="-436600"/>
            <a:ext cx="12725200" cy="7528000"/>
            <a:chOff x="-199950" y="-251250"/>
            <a:chExt cx="9543900" cy="5646000"/>
          </a:xfrm>
        </p:grpSpPr>
        <p:cxnSp>
          <p:nvCxnSpPr>
            <p:cNvPr id="361" name="Google Shape;361;p11"/>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2" name="Google Shape;362;p11"/>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3" name="Google Shape;363;p11"/>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4" name="Google Shape;364;p11"/>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5" name="Google Shape;365;p11"/>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6" name="Google Shape;366;p11"/>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7" name="Google Shape;367;p11"/>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8" name="Google Shape;368;p11"/>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9" name="Google Shape;369;p11"/>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70" name="Google Shape;370;p11"/>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71" name="Google Shape;371;p11"/>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72" name="Google Shape;372;p11"/>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73" name="Google Shape;373;p11"/>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74" name="Google Shape;374;p11"/>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75" name="Google Shape;375;p11"/>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76" name="Google Shape;376;p11"/>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77" name="Google Shape;377;p11"/>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78" name="Google Shape;378;p11"/>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79" name="Google Shape;379;p11"/>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80" name="Google Shape;380;p11"/>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81" name="Google Shape;381;p11"/>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82" name="Google Shape;382;p11"/>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83" name="Google Shape;383;p11"/>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84" name="Google Shape;384;p11"/>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85" name="Google Shape;385;p11"/>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86" name="Google Shape;386;p11"/>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387" name="Google Shape;387;p11"/>
          <p:cNvGrpSpPr/>
          <p:nvPr/>
        </p:nvGrpSpPr>
        <p:grpSpPr>
          <a:xfrm>
            <a:off x="631533" y="366533"/>
            <a:ext cx="11133067" cy="6328165"/>
            <a:chOff x="473650" y="274900"/>
            <a:chExt cx="8349800" cy="4746124"/>
          </a:xfrm>
        </p:grpSpPr>
        <p:grpSp>
          <p:nvGrpSpPr>
            <p:cNvPr id="388" name="Google Shape;388;p11"/>
            <p:cNvGrpSpPr/>
            <p:nvPr/>
          </p:nvGrpSpPr>
          <p:grpSpPr>
            <a:xfrm>
              <a:off x="626050" y="427300"/>
              <a:ext cx="8197400" cy="4593724"/>
              <a:chOff x="-280802" y="20880"/>
              <a:chExt cx="10622522" cy="5952733"/>
            </a:xfrm>
          </p:grpSpPr>
          <p:sp>
            <p:nvSpPr>
              <p:cNvPr id="389" name="Google Shape;389;p11"/>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90" name="Google Shape;390;p11"/>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91" name="Google Shape;391;p11"/>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92" name="Google Shape;392;p11"/>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93" name="Google Shape;393;p11"/>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nvGrpSpPr>
            <p:cNvPr id="394" name="Google Shape;394;p11"/>
            <p:cNvGrpSpPr/>
            <p:nvPr/>
          </p:nvGrpSpPr>
          <p:grpSpPr>
            <a:xfrm>
              <a:off x="473650" y="274900"/>
              <a:ext cx="8197400" cy="4593724"/>
              <a:chOff x="-280802" y="20880"/>
              <a:chExt cx="10622522" cy="5952733"/>
            </a:xfrm>
          </p:grpSpPr>
          <p:sp>
            <p:nvSpPr>
              <p:cNvPr id="395" name="Google Shape;395;p11"/>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96" name="Google Shape;396;p11"/>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97" name="Google Shape;397;p11"/>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98" name="Google Shape;398;p11"/>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399" name="Google Shape;399;p11"/>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sp>
        <p:nvSpPr>
          <p:cNvPr id="400" name="Google Shape;400;p11"/>
          <p:cNvSpPr txBox="1">
            <a:spLocks noGrp="1"/>
          </p:cNvSpPr>
          <p:nvPr>
            <p:ph type="title" hasCustomPrompt="1"/>
          </p:nvPr>
        </p:nvSpPr>
        <p:spPr>
          <a:xfrm>
            <a:off x="2507600" y="2336900"/>
            <a:ext cx="7176800" cy="20056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401" name="Google Shape;401;p11"/>
          <p:cNvSpPr txBox="1">
            <a:spLocks noGrp="1"/>
          </p:cNvSpPr>
          <p:nvPr>
            <p:ph type="subTitle" idx="1"/>
          </p:nvPr>
        </p:nvSpPr>
        <p:spPr>
          <a:xfrm>
            <a:off x="2507600" y="4562800"/>
            <a:ext cx="7176800" cy="6000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spTree>
    <p:extLst>
      <p:ext uri="{BB962C8B-B14F-4D97-AF65-F5344CB8AC3E}">
        <p14:creationId xmlns:p14="http://schemas.microsoft.com/office/powerpoint/2010/main" val="2312590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02"/>
        <p:cNvGrpSpPr/>
        <p:nvPr/>
      </p:nvGrpSpPr>
      <p:grpSpPr>
        <a:xfrm>
          <a:off x="0" y="0"/>
          <a:ext cx="0" cy="0"/>
          <a:chOff x="0" y="0"/>
          <a:chExt cx="0" cy="0"/>
        </a:xfrm>
      </p:grpSpPr>
    </p:spTree>
    <p:extLst>
      <p:ext uri="{BB962C8B-B14F-4D97-AF65-F5344CB8AC3E}">
        <p14:creationId xmlns:p14="http://schemas.microsoft.com/office/powerpoint/2010/main" val="2408837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403"/>
        <p:cNvGrpSpPr/>
        <p:nvPr/>
      </p:nvGrpSpPr>
      <p:grpSpPr>
        <a:xfrm>
          <a:off x="0" y="0"/>
          <a:ext cx="0" cy="0"/>
          <a:chOff x="0" y="0"/>
          <a:chExt cx="0" cy="0"/>
        </a:xfrm>
      </p:grpSpPr>
      <p:grpSp>
        <p:nvGrpSpPr>
          <p:cNvPr id="404" name="Google Shape;404;p13"/>
          <p:cNvGrpSpPr/>
          <p:nvPr/>
        </p:nvGrpSpPr>
        <p:grpSpPr>
          <a:xfrm>
            <a:off x="-266600" y="-436600"/>
            <a:ext cx="12725200" cy="7528000"/>
            <a:chOff x="-199950" y="-251250"/>
            <a:chExt cx="9543900" cy="5646000"/>
          </a:xfrm>
        </p:grpSpPr>
        <p:cxnSp>
          <p:nvCxnSpPr>
            <p:cNvPr id="405" name="Google Shape;405;p13"/>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06" name="Google Shape;406;p13"/>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07" name="Google Shape;407;p13"/>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08" name="Google Shape;408;p13"/>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09" name="Google Shape;409;p13"/>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10" name="Google Shape;410;p13"/>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11" name="Google Shape;411;p13"/>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12" name="Google Shape;412;p13"/>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13" name="Google Shape;413;p13"/>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14" name="Google Shape;414;p13"/>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15" name="Google Shape;415;p13"/>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16" name="Google Shape;416;p13"/>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17" name="Google Shape;417;p13"/>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18" name="Google Shape;418;p13"/>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19" name="Google Shape;419;p13"/>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20" name="Google Shape;420;p13"/>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21" name="Google Shape;421;p13"/>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22" name="Google Shape;422;p13"/>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23" name="Google Shape;423;p13"/>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24" name="Google Shape;424;p13"/>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25" name="Google Shape;425;p13"/>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26" name="Google Shape;426;p13"/>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27" name="Google Shape;427;p13"/>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28" name="Google Shape;428;p13"/>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29" name="Google Shape;429;p13"/>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30" name="Google Shape;430;p13"/>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431" name="Google Shape;431;p13"/>
          <p:cNvGrpSpPr/>
          <p:nvPr/>
        </p:nvGrpSpPr>
        <p:grpSpPr>
          <a:xfrm>
            <a:off x="631533" y="366533"/>
            <a:ext cx="11133067" cy="6328165"/>
            <a:chOff x="473650" y="274900"/>
            <a:chExt cx="8349800" cy="4746124"/>
          </a:xfrm>
        </p:grpSpPr>
        <p:grpSp>
          <p:nvGrpSpPr>
            <p:cNvPr id="432" name="Google Shape;432;p13"/>
            <p:cNvGrpSpPr/>
            <p:nvPr/>
          </p:nvGrpSpPr>
          <p:grpSpPr>
            <a:xfrm>
              <a:off x="626050" y="427300"/>
              <a:ext cx="8197400" cy="4593724"/>
              <a:chOff x="-280802" y="20880"/>
              <a:chExt cx="10622522" cy="5952733"/>
            </a:xfrm>
          </p:grpSpPr>
          <p:sp>
            <p:nvSpPr>
              <p:cNvPr id="433" name="Google Shape;433;p13"/>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34" name="Google Shape;434;p13"/>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35" name="Google Shape;435;p13"/>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36" name="Google Shape;436;p13"/>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37" name="Google Shape;437;p13"/>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nvGrpSpPr>
            <p:cNvPr id="438" name="Google Shape;438;p13"/>
            <p:cNvGrpSpPr/>
            <p:nvPr/>
          </p:nvGrpSpPr>
          <p:grpSpPr>
            <a:xfrm>
              <a:off x="473650" y="274900"/>
              <a:ext cx="8197400" cy="4593724"/>
              <a:chOff x="-280802" y="20880"/>
              <a:chExt cx="10622522" cy="5952733"/>
            </a:xfrm>
          </p:grpSpPr>
          <p:sp>
            <p:nvSpPr>
              <p:cNvPr id="439" name="Google Shape;439;p13"/>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40" name="Google Shape;440;p13"/>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41" name="Google Shape;441;p13"/>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42" name="Google Shape;442;p13"/>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43" name="Google Shape;443;p13"/>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sp>
        <p:nvSpPr>
          <p:cNvPr id="444" name="Google Shape;444;p13"/>
          <p:cNvSpPr txBox="1">
            <a:spLocks noGrp="1"/>
          </p:cNvSpPr>
          <p:nvPr>
            <p:ph type="body" idx="1"/>
          </p:nvPr>
        </p:nvSpPr>
        <p:spPr>
          <a:xfrm>
            <a:off x="1195833" y="2638067"/>
            <a:ext cx="4900800" cy="3500800"/>
          </a:xfrm>
          <a:prstGeom prst="rect">
            <a:avLst/>
          </a:prstGeom>
        </p:spPr>
        <p:txBody>
          <a:bodyPr spcFirstLastPara="1" wrap="square" lIns="91425" tIns="91425" rIns="91425" bIns="91425" anchor="t" anchorCtr="0">
            <a:noAutofit/>
          </a:bodyPr>
          <a:lstStyle>
            <a:lvl1pPr marL="609585" lvl="0" indent="-440256" rtl="0">
              <a:lnSpc>
                <a:spcPct val="100000"/>
              </a:lnSpc>
              <a:spcBef>
                <a:spcPts val="0"/>
              </a:spcBef>
              <a:spcAft>
                <a:spcPts val="0"/>
              </a:spcAft>
              <a:buClr>
                <a:schemeClr val="accent2"/>
              </a:buClr>
              <a:buSzPts val="1600"/>
              <a:buFont typeface="Bitter Light"/>
              <a:buChar char="●"/>
              <a:defRPr/>
            </a:lvl1pPr>
            <a:lvl2pPr marL="1219170" lvl="1" indent="-423323" rtl="0">
              <a:lnSpc>
                <a:spcPct val="100000"/>
              </a:lnSpc>
              <a:spcBef>
                <a:spcPts val="0"/>
              </a:spcBef>
              <a:spcAft>
                <a:spcPts val="0"/>
              </a:spcAft>
              <a:buSzPts val="1400"/>
              <a:buFont typeface="Nunito Light"/>
              <a:buChar char="○"/>
              <a:defRPr/>
            </a:lvl2pPr>
            <a:lvl3pPr marL="1828754" lvl="2" indent="-423323" rtl="0">
              <a:lnSpc>
                <a:spcPct val="100000"/>
              </a:lnSpc>
              <a:spcBef>
                <a:spcPts val="0"/>
              </a:spcBef>
              <a:spcAft>
                <a:spcPts val="0"/>
              </a:spcAft>
              <a:buSzPts val="1400"/>
              <a:buFont typeface="Nunito Light"/>
              <a:buChar char="■"/>
              <a:defRPr/>
            </a:lvl3pPr>
            <a:lvl4pPr marL="2438339" lvl="3" indent="-423323" rtl="0">
              <a:lnSpc>
                <a:spcPct val="100000"/>
              </a:lnSpc>
              <a:spcBef>
                <a:spcPts val="0"/>
              </a:spcBef>
              <a:spcAft>
                <a:spcPts val="0"/>
              </a:spcAft>
              <a:buSzPts val="1400"/>
              <a:buFont typeface="Nunito Light"/>
              <a:buChar char="●"/>
              <a:defRPr/>
            </a:lvl4pPr>
            <a:lvl5pPr marL="3047924" lvl="4" indent="-423323" rtl="0">
              <a:lnSpc>
                <a:spcPct val="100000"/>
              </a:lnSpc>
              <a:spcBef>
                <a:spcPts val="0"/>
              </a:spcBef>
              <a:spcAft>
                <a:spcPts val="0"/>
              </a:spcAft>
              <a:buSzPts val="1400"/>
              <a:buFont typeface="Nunito Light"/>
              <a:buChar char="○"/>
              <a:defRPr/>
            </a:lvl5pPr>
            <a:lvl6pPr marL="3657509" lvl="5" indent="-423323" rtl="0">
              <a:lnSpc>
                <a:spcPct val="100000"/>
              </a:lnSpc>
              <a:spcBef>
                <a:spcPts val="0"/>
              </a:spcBef>
              <a:spcAft>
                <a:spcPts val="0"/>
              </a:spcAft>
              <a:buSzPts val="1400"/>
              <a:buFont typeface="Nunito Light"/>
              <a:buChar char="■"/>
              <a:defRPr/>
            </a:lvl6pPr>
            <a:lvl7pPr marL="4267093" lvl="6" indent="-423323" rtl="0">
              <a:lnSpc>
                <a:spcPct val="100000"/>
              </a:lnSpc>
              <a:spcBef>
                <a:spcPts val="0"/>
              </a:spcBef>
              <a:spcAft>
                <a:spcPts val="0"/>
              </a:spcAft>
              <a:buSzPts val="1400"/>
              <a:buFont typeface="Nunito Light"/>
              <a:buChar char="●"/>
              <a:defRPr/>
            </a:lvl7pPr>
            <a:lvl8pPr marL="4876678" lvl="7" indent="-423323" rtl="0">
              <a:lnSpc>
                <a:spcPct val="100000"/>
              </a:lnSpc>
              <a:spcBef>
                <a:spcPts val="0"/>
              </a:spcBef>
              <a:spcAft>
                <a:spcPts val="0"/>
              </a:spcAft>
              <a:buSzPts val="1400"/>
              <a:buFont typeface="Nunito Light"/>
              <a:buChar char="○"/>
              <a:defRPr/>
            </a:lvl8pPr>
            <a:lvl9pPr marL="5486263" lvl="8" indent="-423323" rtl="0">
              <a:lnSpc>
                <a:spcPct val="100000"/>
              </a:lnSpc>
              <a:spcBef>
                <a:spcPts val="0"/>
              </a:spcBef>
              <a:spcAft>
                <a:spcPts val="0"/>
              </a:spcAft>
              <a:buSzPts val="1400"/>
              <a:buFont typeface="Nunito Light"/>
              <a:buChar char="■"/>
              <a:defRPr/>
            </a:lvl9pPr>
          </a:lstStyle>
          <a:p>
            <a:pPr lvl="0"/>
            <a:r>
              <a:rPr lang="en-US"/>
              <a:t>Click to edit Master text styles</a:t>
            </a:r>
          </a:p>
        </p:txBody>
      </p:sp>
      <p:sp>
        <p:nvSpPr>
          <p:cNvPr id="445" name="Google Shape;445;p13"/>
          <p:cNvSpPr txBox="1">
            <a:spLocks noGrp="1"/>
          </p:cNvSpPr>
          <p:nvPr>
            <p:ph type="body" idx="2"/>
          </p:nvPr>
        </p:nvSpPr>
        <p:spPr>
          <a:xfrm>
            <a:off x="6096559" y="2638067"/>
            <a:ext cx="4900800" cy="3500800"/>
          </a:xfrm>
          <a:prstGeom prst="rect">
            <a:avLst/>
          </a:prstGeom>
        </p:spPr>
        <p:txBody>
          <a:bodyPr spcFirstLastPara="1" wrap="square" lIns="91425" tIns="91425" rIns="91425" bIns="91425" anchor="t" anchorCtr="0">
            <a:noAutofit/>
          </a:bodyPr>
          <a:lstStyle>
            <a:lvl1pPr marL="609585" lvl="0" indent="-440256" rtl="0">
              <a:lnSpc>
                <a:spcPct val="100000"/>
              </a:lnSpc>
              <a:spcBef>
                <a:spcPts val="0"/>
              </a:spcBef>
              <a:spcAft>
                <a:spcPts val="0"/>
              </a:spcAft>
              <a:buClr>
                <a:schemeClr val="accent2"/>
              </a:buClr>
              <a:buSzPts val="1600"/>
              <a:buChar char="●"/>
              <a:defRPr/>
            </a:lvl1pPr>
            <a:lvl2pPr marL="1219170" lvl="1" indent="-423323" rtl="0">
              <a:lnSpc>
                <a:spcPct val="100000"/>
              </a:lnSpc>
              <a:spcBef>
                <a:spcPts val="0"/>
              </a:spcBef>
              <a:spcAft>
                <a:spcPts val="0"/>
              </a:spcAft>
              <a:buSzPts val="1400"/>
              <a:buChar char="○"/>
              <a:defRPr/>
            </a:lvl2pPr>
            <a:lvl3pPr marL="1828754" lvl="2" indent="-423323" rtl="0">
              <a:lnSpc>
                <a:spcPct val="100000"/>
              </a:lnSpc>
              <a:spcBef>
                <a:spcPts val="0"/>
              </a:spcBef>
              <a:spcAft>
                <a:spcPts val="0"/>
              </a:spcAft>
              <a:buSzPts val="1400"/>
              <a:buChar char="■"/>
              <a:defRPr/>
            </a:lvl3pPr>
            <a:lvl4pPr marL="2438339" lvl="3" indent="-423323" rtl="0">
              <a:lnSpc>
                <a:spcPct val="100000"/>
              </a:lnSpc>
              <a:spcBef>
                <a:spcPts val="0"/>
              </a:spcBef>
              <a:spcAft>
                <a:spcPts val="0"/>
              </a:spcAft>
              <a:buSzPts val="1400"/>
              <a:buChar char="●"/>
              <a:defRPr/>
            </a:lvl4pPr>
            <a:lvl5pPr marL="3047924" lvl="4" indent="-423323" rtl="0">
              <a:lnSpc>
                <a:spcPct val="100000"/>
              </a:lnSpc>
              <a:spcBef>
                <a:spcPts val="0"/>
              </a:spcBef>
              <a:spcAft>
                <a:spcPts val="0"/>
              </a:spcAft>
              <a:buSzPts val="1400"/>
              <a:buChar char="○"/>
              <a:defRPr/>
            </a:lvl5pPr>
            <a:lvl6pPr marL="3657509" lvl="5" indent="-423323" rtl="0">
              <a:lnSpc>
                <a:spcPct val="100000"/>
              </a:lnSpc>
              <a:spcBef>
                <a:spcPts val="0"/>
              </a:spcBef>
              <a:spcAft>
                <a:spcPts val="0"/>
              </a:spcAft>
              <a:buSzPts val="1400"/>
              <a:buChar char="■"/>
              <a:defRPr/>
            </a:lvl6pPr>
            <a:lvl7pPr marL="4267093" lvl="6" indent="-423323" rtl="0">
              <a:lnSpc>
                <a:spcPct val="100000"/>
              </a:lnSpc>
              <a:spcBef>
                <a:spcPts val="0"/>
              </a:spcBef>
              <a:spcAft>
                <a:spcPts val="0"/>
              </a:spcAft>
              <a:buSzPts val="1400"/>
              <a:buChar char="●"/>
              <a:defRPr/>
            </a:lvl7pPr>
            <a:lvl8pPr marL="4876678" lvl="7" indent="-423323" rtl="0">
              <a:lnSpc>
                <a:spcPct val="100000"/>
              </a:lnSpc>
              <a:spcBef>
                <a:spcPts val="0"/>
              </a:spcBef>
              <a:spcAft>
                <a:spcPts val="0"/>
              </a:spcAft>
              <a:buSzPts val="1400"/>
              <a:buChar char="○"/>
              <a:defRPr/>
            </a:lvl8pPr>
            <a:lvl9pPr marL="5486263" lvl="8" indent="-423323" rtl="0">
              <a:lnSpc>
                <a:spcPct val="100000"/>
              </a:lnSpc>
              <a:spcBef>
                <a:spcPts val="0"/>
              </a:spcBef>
              <a:spcAft>
                <a:spcPts val="0"/>
              </a:spcAft>
              <a:buSzPts val="1400"/>
              <a:buChar char="■"/>
              <a:defRPr/>
            </a:lvl9pPr>
          </a:lstStyle>
          <a:p>
            <a:pPr lvl="0"/>
            <a:r>
              <a:rPr lang="en-US"/>
              <a:t>Click to edit Master text styles</a:t>
            </a:r>
          </a:p>
        </p:txBody>
      </p:sp>
      <p:sp>
        <p:nvSpPr>
          <p:cNvPr id="446" name="Google Shape;446;p13"/>
          <p:cNvSpPr txBox="1">
            <a:spLocks noGrp="1"/>
          </p:cNvSpPr>
          <p:nvPr>
            <p:ph type="title"/>
          </p:nvPr>
        </p:nvSpPr>
        <p:spPr>
          <a:xfrm>
            <a:off x="1195667" y="1255133"/>
            <a:ext cx="9801600" cy="763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37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25922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447"/>
        <p:cNvGrpSpPr/>
        <p:nvPr/>
      </p:nvGrpSpPr>
      <p:grpSpPr>
        <a:xfrm>
          <a:off x="0" y="0"/>
          <a:ext cx="0" cy="0"/>
          <a:chOff x="0" y="0"/>
          <a:chExt cx="0" cy="0"/>
        </a:xfrm>
      </p:grpSpPr>
      <p:grpSp>
        <p:nvGrpSpPr>
          <p:cNvPr id="448" name="Google Shape;448;p14"/>
          <p:cNvGrpSpPr/>
          <p:nvPr/>
        </p:nvGrpSpPr>
        <p:grpSpPr>
          <a:xfrm>
            <a:off x="-266600" y="-436600"/>
            <a:ext cx="12725200" cy="7528000"/>
            <a:chOff x="-199950" y="-251250"/>
            <a:chExt cx="9543900" cy="5646000"/>
          </a:xfrm>
        </p:grpSpPr>
        <p:cxnSp>
          <p:nvCxnSpPr>
            <p:cNvPr id="449" name="Google Shape;449;p14"/>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50" name="Google Shape;450;p14"/>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51" name="Google Shape;451;p14"/>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52" name="Google Shape;452;p14"/>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53" name="Google Shape;453;p14"/>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54" name="Google Shape;454;p14"/>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55" name="Google Shape;455;p14"/>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56" name="Google Shape;456;p14"/>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57" name="Google Shape;457;p14"/>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58" name="Google Shape;458;p14"/>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59" name="Google Shape;459;p14"/>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60" name="Google Shape;460;p14"/>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61" name="Google Shape;461;p14"/>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62" name="Google Shape;462;p14"/>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63" name="Google Shape;463;p14"/>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64" name="Google Shape;464;p14"/>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65" name="Google Shape;465;p14"/>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66" name="Google Shape;466;p14"/>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67" name="Google Shape;467;p14"/>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68" name="Google Shape;468;p14"/>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69" name="Google Shape;469;p14"/>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70" name="Google Shape;470;p14"/>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71" name="Google Shape;471;p14"/>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72" name="Google Shape;472;p14"/>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73" name="Google Shape;473;p14"/>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74" name="Google Shape;474;p14"/>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475" name="Google Shape;475;p14"/>
          <p:cNvGrpSpPr/>
          <p:nvPr/>
        </p:nvGrpSpPr>
        <p:grpSpPr>
          <a:xfrm>
            <a:off x="631533" y="366533"/>
            <a:ext cx="11133067" cy="6328165"/>
            <a:chOff x="473650" y="274900"/>
            <a:chExt cx="8349800" cy="4746124"/>
          </a:xfrm>
        </p:grpSpPr>
        <p:grpSp>
          <p:nvGrpSpPr>
            <p:cNvPr id="476" name="Google Shape;476;p14"/>
            <p:cNvGrpSpPr/>
            <p:nvPr/>
          </p:nvGrpSpPr>
          <p:grpSpPr>
            <a:xfrm>
              <a:off x="626050" y="427300"/>
              <a:ext cx="8197400" cy="4593724"/>
              <a:chOff x="-280802" y="20880"/>
              <a:chExt cx="10622522" cy="5952733"/>
            </a:xfrm>
          </p:grpSpPr>
          <p:sp>
            <p:nvSpPr>
              <p:cNvPr id="477" name="Google Shape;477;p14"/>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78" name="Google Shape;478;p14"/>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79" name="Google Shape;479;p14"/>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80" name="Google Shape;480;p14"/>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81" name="Google Shape;481;p14"/>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nvGrpSpPr>
            <p:cNvPr id="482" name="Google Shape;482;p14"/>
            <p:cNvGrpSpPr/>
            <p:nvPr/>
          </p:nvGrpSpPr>
          <p:grpSpPr>
            <a:xfrm>
              <a:off x="473650" y="274900"/>
              <a:ext cx="8197400" cy="4593724"/>
              <a:chOff x="-280802" y="20880"/>
              <a:chExt cx="10622522" cy="5952733"/>
            </a:xfrm>
          </p:grpSpPr>
          <p:sp>
            <p:nvSpPr>
              <p:cNvPr id="483" name="Google Shape;483;p14"/>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84" name="Google Shape;484;p14"/>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85" name="Google Shape;485;p14"/>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86" name="Google Shape;486;p14"/>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487" name="Google Shape;487;p14"/>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sp>
        <p:nvSpPr>
          <p:cNvPr id="488" name="Google Shape;488;p14"/>
          <p:cNvSpPr txBox="1">
            <a:spLocks noGrp="1"/>
          </p:cNvSpPr>
          <p:nvPr>
            <p:ph type="body" idx="1"/>
          </p:nvPr>
        </p:nvSpPr>
        <p:spPr>
          <a:xfrm>
            <a:off x="1195833" y="2638067"/>
            <a:ext cx="4900800" cy="3500800"/>
          </a:xfrm>
          <a:prstGeom prst="rect">
            <a:avLst/>
          </a:prstGeom>
        </p:spPr>
        <p:txBody>
          <a:bodyPr spcFirstLastPara="1" wrap="square" lIns="91425" tIns="91425" rIns="91425" bIns="91425" anchor="t" anchorCtr="0">
            <a:noAutofit/>
          </a:bodyPr>
          <a:lstStyle>
            <a:lvl1pPr marL="609585" lvl="0" indent="-440256" rtl="0">
              <a:lnSpc>
                <a:spcPct val="100000"/>
              </a:lnSpc>
              <a:spcBef>
                <a:spcPts val="0"/>
              </a:spcBef>
              <a:spcAft>
                <a:spcPts val="0"/>
              </a:spcAft>
              <a:buClr>
                <a:schemeClr val="accent2"/>
              </a:buClr>
              <a:buSzPts val="1600"/>
              <a:buFont typeface="Bitter Light"/>
              <a:buChar char="●"/>
              <a:defRPr/>
            </a:lvl1pPr>
            <a:lvl2pPr marL="1219170" lvl="1" indent="-423323" rtl="0">
              <a:lnSpc>
                <a:spcPct val="100000"/>
              </a:lnSpc>
              <a:spcBef>
                <a:spcPts val="0"/>
              </a:spcBef>
              <a:spcAft>
                <a:spcPts val="0"/>
              </a:spcAft>
              <a:buSzPts val="1400"/>
              <a:buFont typeface="Nunito Light"/>
              <a:buChar char="○"/>
              <a:defRPr/>
            </a:lvl2pPr>
            <a:lvl3pPr marL="1828754" lvl="2" indent="-423323" rtl="0">
              <a:lnSpc>
                <a:spcPct val="100000"/>
              </a:lnSpc>
              <a:spcBef>
                <a:spcPts val="0"/>
              </a:spcBef>
              <a:spcAft>
                <a:spcPts val="0"/>
              </a:spcAft>
              <a:buSzPts val="1400"/>
              <a:buFont typeface="Nunito Light"/>
              <a:buChar char="■"/>
              <a:defRPr/>
            </a:lvl3pPr>
            <a:lvl4pPr marL="2438339" lvl="3" indent="-423323" rtl="0">
              <a:lnSpc>
                <a:spcPct val="100000"/>
              </a:lnSpc>
              <a:spcBef>
                <a:spcPts val="0"/>
              </a:spcBef>
              <a:spcAft>
                <a:spcPts val="0"/>
              </a:spcAft>
              <a:buSzPts val="1400"/>
              <a:buFont typeface="Nunito Light"/>
              <a:buChar char="●"/>
              <a:defRPr/>
            </a:lvl4pPr>
            <a:lvl5pPr marL="3047924" lvl="4" indent="-423323" rtl="0">
              <a:lnSpc>
                <a:spcPct val="100000"/>
              </a:lnSpc>
              <a:spcBef>
                <a:spcPts val="0"/>
              </a:spcBef>
              <a:spcAft>
                <a:spcPts val="0"/>
              </a:spcAft>
              <a:buSzPts val="1400"/>
              <a:buFont typeface="Nunito Light"/>
              <a:buChar char="○"/>
              <a:defRPr/>
            </a:lvl5pPr>
            <a:lvl6pPr marL="3657509" lvl="5" indent="-423323" rtl="0">
              <a:lnSpc>
                <a:spcPct val="100000"/>
              </a:lnSpc>
              <a:spcBef>
                <a:spcPts val="0"/>
              </a:spcBef>
              <a:spcAft>
                <a:spcPts val="0"/>
              </a:spcAft>
              <a:buSzPts val="1400"/>
              <a:buFont typeface="Nunito Light"/>
              <a:buChar char="■"/>
              <a:defRPr/>
            </a:lvl6pPr>
            <a:lvl7pPr marL="4267093" lvl="6" indent="-423323" rtl="0">
              <a:lnSpc>
                <a:spcPct val="100000"/>
              </a:lnSpc>
              <a:spcBef>
                <a:spcPts val="0"/>
              </a:spcBef>
              <a:spcAft>
                <a:spcPts val="0"/>
              </a:spcAft>
              <a:buSzPts val="1400"/>
              <a:buFont typeface="Nunito Light"/>
              <a:buChar char="●"/>
              <a:defRPr/>
            </a:lvl7pPr>
            <a:lvl8pPr marL="4876678" lvl="7" indent="-423323" rtl="0">
              <a:lnSpc>
                <a:spcPct val="100000"/>
              </a:lnSpc>
              <a:spcBef>
                <a:spcPts val="0"/>
              </a:spcBef>
              <a:spcAft>
                <a:spcPts val="0"/>
              </a:spcAft>
              <a:buSzPts val="1400"/>
              <a:buFont typeface="Nunito Light"/>
              <a:buChar char="○"/>
              <a:defRPr/>
            </a:lvl8pPr>
            <a:lvl9pPr marL="5486263" lvl="8" indent="-423323" rtl="0">
              <a:lnSpc>
                <a:spcPct val="100000"/>
              </a:lnSpc>
              <a:spcBef>
                <a:spcPts val="0"/>
              </a:spcBef>
              <a:spcAft>
                <a:spcPts val="0"/>
              </a:spcAft>
              <a:buSzPts val="1400"/>
              <a:buFont typeface="Nunito Light"/>
              <a:buChar char="■"/>
              <a:defRPr/>
            </a:lvl9pPr>
          </a:lstStyle>
          <a:p>
            <a:pPr lvl="0"/>
            <a:r>
              <a:rPr lang="en-US"/>
              <a:t>Click to edit Master text styles</a:t>
            </a:r>
          </a:p>
        </p:txBody>
      </p:sp>
      <p:sp>
        <p:nvSpPr>
          <p:cNvPr id="489" name="Google Shape;489;p14"/>
          <p:cNvSpPr txBox="1">
            <a:spLocks noGrp="1"/>
          </p:cNvSpPr>
          <p:nvPr>
            <p:ph type="body" idx="2"/>
          </p:nvPr>
        </p:nvSpPr>
        <p:spPr>
          <a:xfrm>
            <a:off x="6096559" y="2638067"/>
            <a:ext cx="4900800" cy="3500800"/>
          </a:xfrm>
          <a:prstGeom prst="rect">
            <a:avLst/>
          </a:prstGeom>
        </p:spPr>
        <p:txBody>
          <a:bodyPr spcFirstLastPara="1" wrap="square" lIns="91425" tIns="91425" rIns="91425" bIns="91425" anchor="t" anchorCtr="0">
            <a:noAutofit/>
          </a:bodyPr>
          <a:lstStyle>
            <a:lvl1pPr marL="609585" lvl="0" indent="-440256" rtl="0">
              <a:lnSpc>
                <a:spcPct val="100000"/>
              </a:lnSpc>
              <a:spcBef>
                <a:spcPts val="0"/>
              </a:spcBef>
              <a:spcAft>
                <a:spcPts val="0"/>
              </a:spcAft>
              <a:buClr>
                <a:schemeClr val="accent2"/>
              </a:buClr>
              <a:buSzPts val="1600"/>
              <a:buChar char="●"/>
              <a:defRPr/>
            </a:lvl1pPr>
            <a:lvl2pPr marL="1219170" lvl="1" indent="-423323" rtl="0">
              <a:lnSpc>
                <a:spcPct val="100000"/>
              </a:lnSpc>
              <a:spcBef>
                <a:spcPts val="0"/>
              </a:spcBef>
              <a:spcAft>
                <a:spcPts val="0"/>
              </a:spcAft>
              <a:buSzPts val="1400"/>
              <a:buChar char="○"/>
              <a:defRPr/>
            </a:lvl2pPr>
            <a:lvl3pPr marL="1828754" lvl="2" indent="-423323" rtl="0">
              <a:lnSpc>
                <a:spcPct val="100000"/>
              </a:lnSpc>
              <a:spcBef>
                <a:spcPts val="0"/>
              </a:spcBef>
              <a:spcAft>
                <a:spcPts val="0"/>
              </a:spcAft>
              <a:buSzPts val="1400"/>
              <a:buChar char="■"/>
              <a:defRPr/>
            </a:lvl3pPr>
            <a:lvl4pPr marL="2438339" lvl="3" indent="-423323" rtl="0">
              <a:lnSpc>
                <a:spcPct val="100000"/>
              </a:lnSpc>
              <a:spcBef>
                <a:spcPts val="0"/>
              </a:spcBef>
              <a:spcAft>
                <a:spcPts val="0"/>
              </a:spcAft>
              <a:buSzPts val="1400"/>
              <a:buChar char="●"/>
              <a:defRPr/>
            </a:lvl4pPr>
            <a:lvl5pPr marL="3047924" lvl="4" indent="-423323" rtl="0">
              <a:lnSpc>
                <a:spcPct val="100000"/>
              </a:lnSpc>
              <a:spcBef>
                <a:spcPts val="0"/>
              </a:spcBef>
              <a:spcAft>
                <a:spcPts val="0"/>
              </a:spcAft>
              <a:buSzPts val="1400"/>
              <a:buChar char="○"/>
              <a:defRPr/>
            </a:lvl5pPr>
            <a:lvl6pPr marL="3657509" lvl="5" indent="-423323" rtl="0">
              <a:lnSpc>
                <a:spcPct val="100000"/>
              </a:lnSpc>
              <a:spcBef>
                <a:spcPts val="0"/>
              </a:spcBef>
              <a:spcAft>
                <a:spcPts val="0"/>
              </a:spcAft>
              <a:buSzPts val="1400"/>
              <a:buChar char="■"/>
              <a:defRPr/>
            </a:lvl6pPr>
            <a:lvl7pPr marL="4267093" lvl="6" indent="-423323" rtl="0">
              <a:lnSpc>
                <a:spcPct val="100000"/>
              </a:lnSpc>
              <a:spcBef>
                <a:spcPts val="0"/>
              </a:spcBef>
              <a:spcAft>
                <a:spcPts val="0"/>
              </a:spcAft>
              <a:buSzPts val="1400"/>
              <a:buChar char="●"/>
              <a:defRPr/>
            </a:lvl7pPr>
            <a:lvl8pPr marL="4876678" lvl="7" indent="-423323" rtl="0">
              <a:lnSpc>
                <a:spcPct val="100000"/>
              </a:lnSpc>
              <a:spcBef>
                <a:spcPts val="0"/>
              </a:spcBef>
              <a:spcAft>
                <a:spcPts val="0"/>
              </a:spcAft>
              <a:buSzPts val="1400"/>
              <a:buChar char="○"/>
              <a:defRPr/>
            </a:lvl8pPr>
            <a:lvl9pPr marL="5486263" lvl="8" indent="-423323" rtl="0">
              <a:lnSpc>
                <a:spcPct val="100000"/>
              </a:lnSpc>
              <a:spcBef>
                <a:spcPts val="0"/>
              </a:spcBef>
              <a:spcAft>
                <a:spcPts val="0"/>
              </a:spcAft>
              <a:buSzPts val="1400"/>
              <a:buChar char="■"/>
              <a:defRPr/>
            </a:lvl9pPr>
          </a:lstStyle>
          <a:p>
            <a:pPr lvl="0"/>
            <a:r>
              <a:rPr lang="en-US"/>
              <a:t>Click to edit Master text styles</a:t>
            </a:r>
          </a:p>
        </p:txBody>
      </p:sp>
      <p:sp>
        <p:nvSpPr>
          <p:cNvPr id="490" name="Google Shape;490;p14"/>
          <p:cNvSpPr txBox="1">
            <a:spLocks noGrp="1"/>
          </p:cNvSpPr>
          <p:nvPr>
            <p:ph type="title"/>
          </p:nvPr>
        </p:nvSpPr>
        <p:spPr>
          <a:xfrm>
            <a:off x="1195667" y="1255133"/>
            <a:ext cx="9801600" cy="763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37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38228027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491"/>
        <p:cNvGrpSpPr/>
        <p:nvPr/>
      </p:nvGrpSpPr>
      <p:grpSpPr>
        <a:xfrm>
          <a:off x="0" y="0"/>
          <a:ext cx="0" cy="0"/>
          <a:chOff x="0" y="0"/>
          <a:chExt cx="0" cy="0"/>
        </a:xfrm>
      </p:grpSpPr>
      <p:grpSp>
        <p:nvGrpSpPr>
          <p:cNvPr id="492" name="Google Shape;492;p15"/>
          <p:cNvGrpSpPr/>
          <p:nvPr/>
        </p:nvGrpSpPr>
        <p:grpSpPr>
          <a:xfrm>
            <a:off x="-266600" y="-436600"/>
            <a:ext cx="12725200" cy="7528000"/>
            <a:chOff x="-199950" y="-251250"/>
            <a:chExt cx="9543900" cy="5646000"/>
          </a:xfrm>
        </p:grpSpPr>
        <p:cxnSp>
          <p:nvCxnSpPr>
            <p:cNvPr id="493" name="Google Shape;493;p15"/>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94" name="Google Shape;494;p15"/>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95" name="Google Shape;495;p15"/>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96" name="Google Shape;496;p15"/>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97" name="Google Shape;497;p15"/>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98" name="Google Shape;498;p15"/>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99" name="Google Shape;499;p15"/>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00" name="Google Shape;500;p15"/>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01" name="Google Shape;501;p15"/>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02" name="Google Shape;502;p15"/>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03" name="Google Shape;503;p15"/>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04" name="Google Shape;504;p15"/>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05" name="Google Shape;505;p15"/>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06" name="Google Shape;506;p15"/>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07" name="Google Shape;507;p15"/>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08" name="Google Shape;508;p15"/>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09" name="Google Shape;509;p15"/>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10" name="Google Shape;510;p15"/>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11" name="Google Shape;511;p15"/>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12" name="Google Shape;512;p15"/>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13" name="Google Shape;513;p15"/>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14" name="Google Shape;514;p15"/>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15" name="Google Shape;515;p15"/>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16" name="Google Shape;516;p15"/>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17" name="Google Shape;517;p15"/>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18" name="Google Shape;518;p15"/>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519" name="Google Shape;519;p15"/>
          <p:cNvGrpSpPr/>
          <p:nvPr/>
        </p:nvGrpSpPr>
        <p:grpSpPr>
          <a:xfrm>
            <a:off x="631533" y="366533"/>
            <a:ext cx="11133067" cy="6328165"/>
            <a:chOff x="473650" y="274900"/>
            <a:chExt cx="8349800" cy="4746124"/>
          </a:xfrm>
        </p:grpSpPr>
        <p:grpSp>
          <p:nvGrpSpPr>
            <p:cNvPr id="520" name="Google Shape;520;p15"/>
            <p:cNvGrpSpPr/>
            <p:nvPr/>
          </p:nvGrpSpPr>
          <p:grpSpPr>
            <a:xfrm>
              <a:off x="626050" y="427300"/>
              <a:ext cx="8197400" cy="4593724"/>
              <a:chOff x="-280802" y="20880"/>
              <a:chExt cx="10622522" cy="5952733"/>
            </a:xfrm>
          </p:grpSpPr>
          <p:sp>
            <p:nvSpPr>
              <p:cNvPr id="521" name="Google Shape;521;p15"/>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522" name="Google Shape;522;p15"/>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523" name="Google Shape;523;p15"/>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524" name="Google Shape;524;p15"/>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525" name="Google Shape;525;p15"/>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nvGrpSpPr>
            <p:cNvPr id="526" name="Google Shape;526;p15"/>
            <p:cNvGrpSpPr/>
            <p:nvPr/>
          </p:nvGrpSpPr>
          <p:grpSpPr>
            <a:xfrm>
              <a:off x="473650" y="274900"/>
              <a:ext cx="8197400" cy="4593724"/>
              <a:chOff x="-280802" y="20880"/>
              <a:chExt cx="10622522" cy="5952733"/>
            </a:xfrm>
          </p:grpSpPr>
          <p:sp>
            <p:nvSpPr>
              <p:cNvPr id="527" name="Google Shape;527;p15"/>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528" name="Google Shape;528;p15"/>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529" name="Google Shape;529;p15"/>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530" name="Google Shape;530;p15"/>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531" name="Google Shape;531;p15"/>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sp>
        <p:nvSpPr>
          <p:cNvPr id="532" name="Google Shape;532;p15"/>
          <p:cNvSpPr txBox="1">
            <a:spLocks noGrp="1"/>
          </p:cNvSpPr>
          <p:nvPr>
            <p:ph type="subTitle" idx="1"/>
          </p:nvPr>
        </p:nvSpPr>
        <p:spPr>
          <a:xfrm>
            <a:off x="1194733" y="4684004"/>
            <a:ext cx="2924000" cy="1146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33" name="Google Shape;533;p15"/>
          <p:cNvSpPr txBox="1">
            <a:spLocks noGrp="1"/>
          </p:cNvSpPr>
          <p:nvPr>
            <p:ph type="subTitle" idx="2"/>
          </p:nvPr>
        </p:nvSpPr>
        <p:spPr>
          <a:xfrm>
            <a:off x="4634000" y="3852804"/>
            <a:ext cx="2924000" cy="1146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34" name="Google Shape;534;p15"/>
          <p:cNvSpPr txBox="1">
            <a:spLocks noGrp="1"/>
          </p:cNvSpPr>
          <p:nvPr>
            <p:ph type="subTitle" idx="3"/>
          </p:nvPr>
        </p:nvSpPr>
        <p:spPr>
          <a:xfrm>
            <a:off x="8073267" y="4684004"/>
            <a:ext cx="2924000" cy="1146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35" name="Google Shape;535;p15"/>
          <p:cNvSpPr txBox="1">
            <a:spLocks noGrp="1"/>
          </p:cNvSpPr>
          <p:nvPr>
            <p:ph type="subTitle" idx="4"/>
          </p:nvPr>
        </p:nvSpPr>
        <p:spPr>
          <a:xfrm>
            <a:off x="1194733" y="4247300"/>
            <a:ext cx="2924000" cy="596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536" name="Google Shape;536;p15"/>
          <p:cNvSpPr txBox="1">
            <a:spLocks noGrp="1"/>
          </p:cNvSpPr>
          <p:nvPr>
            <p:ph type="subTitle" idx="5"/>
          </p:nvPr>
        </p:nvSpPr>
        <p:spPr>
          <a:xfrm>
            <a:off x="8073267" y="4247300"/>
            <a:ext cx="2924000" cy="596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537" name="Google Shape;537;p15"/>
          <p:cNvSpPr txBox="1">
            <a:spLocks noGrp="1"/>
          </p:cNvSpPr>
          <p:nvPr>
            <p:ph type="subTitle" idx="6"/>
          </p:nvPr>
        </p:nvSpPr>
        <p:spPr>
          <a:xfrm>
            <a:off x="4634000" y="3417333"/>
            <a:ext cx="2924000" cy="596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538" name="Google Shape;538;p15"/>
          <p:cNvSpPr txBox="1">
            <a:spLocks noGrp="1"/>
          </p:cNvSpPr>
          <p:nvPr>
            <p:ph type="title"/>
          </p:nvPr>
        </p:nvSpPr>
        <p:spPr>
          <a:xfrm>
            <a:off x="1195667" y="1255133"/>
            <a:ext cx="9801600" cy="763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37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16514398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539"/>
        <p:cNvGrpSpPr/>
        <p:nvPr/>
      </p:nvGrpSpPr>
      <p:grpSpPr>
        <a:xfrm>
          <a:off x="0" y="0"/>
          <a:ext cx="0" cy="0"/>
          <a:chOff x="0" y="0"/>
          <a:chExt cx="0" cy="0"/>
        </a:xfrm>
      </p:grpSpPr>
      <p:grpSp>
        <p:nvGrpSpPr>
          <p:cNvPr id="540" name="Google Shape;540;p16"/>
          <p:cNvGrpSpPr/>
          <p:nvPr/>
        </p:nvGrpSpPr>
        <p:grpSpPr>
          <a:xfrm>
            <a:off x="-266600" y="-436600"/>
            <a:ext cx="12725200" cy="7528000"/>
            <a:chOff x="-199950" y="-251250"/>
            <a:chExt cx="9543900" cy="5646000"/>
          </a:xfrm>
        </p:grpSpPr>
        <p:cxnSp>
          <p:nvCxnSpPr>
            <p:cNvPr id="541" name="Google Shape;541;p16"/>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2" name="Google Shape;542;p16"/>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3" name="Google Shape;543;p16"/>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4" name="Google Shape;544;p16"/>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5" name="Google Shape;545;p16"/>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6" name="Google Shape;546;p16"/>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7" name="Google Shape;547;p16"/>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8" name="Google Shape;548;p16"/>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9" name="Google Shape;549;p16"/>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0" name="Google Shape;550;p16"/>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1" name="Google Shape;551;p16"/>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2" name="Google Shape;552;p16"/>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3" name="Google Shape;553;p16"/>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4" name="Google Shape;554;p16"/>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5" name="Google Shape;555;p16"/>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6" name="Google Shape;556;p16"/>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57" name="Google Shape;557;p16"/>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58" name="Google Shape;558;p16"/>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59" name="Google Shape;559;p16"/>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0" name="Google Shape;560;p16"/>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1" name="Google Shape;561;p16"/>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2" name="Google Shape;562;p16"/>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3" name="Google Shape;563;p16"/>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4" name="Google Shape;564;p16"/>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5" name="Google Shape;565;p16"/>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6" name="Google Shape;566;p16"/>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567" name="Google Shape;567;p16"/>
          <p:cNvGrpSpPr/>
          <p:nvPr/>
        </p:nvGrpSpPr>
        <p:grpSpPr>
          <a:xfrm>
            <a:off x="631533" y="366533"/>
            <a:ext cx="11133067" cy="6328165"/>
            <a:chOff x="473650" y="274900"/>
            <a:chExt cx="8349800" cy="4746124"/>
          </a:xfrm>
        </p:grpSpPr>
        <p:grpSp>
          <p:nvGrpSpPr>
            <p:cNvPr id="568" name="Google Shape;568;p16"/>
            <p:cNvGrpSpPr/>
            <p:nvPr/>
          </p:nvGrpSpPr>
          <p:grpSpPr>
            <a:xfrm>
              <a:off x="626050" y="427300"/>
              <a:ext cx="8197400" cy="4593724"/>
              <a:chOff x="-280802" y="20880"/>
              <a:chExt cx="10622522" cy="5952733"/>
            </a:xfrm>
          </p:grpSpPr>
          <p:sp>
            <p:nvSpPr>
              <p:cNvPr id="569" name="Google Shape;569;p16"/>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570" name="Google Shape;570;p16"/>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571" name="Google Shape;571;p16"/>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572" name="Google Shape;572;p16"/>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573" name="Google Shape;573;p16"/>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nvGrpSpPr>
            <p:cNvPr id="574" name="Google Shape;574;p16"/>
            <p:cNvGrpSpPr/>
            <p:nvPr/>
          </p:nvGrpSpPr>
          <p:grpSpPr>
            <a:xfrm>
              <a:off x="473650" y="274900"/>
              <a:ext cx="8197400" cy="4593724"/>
              <a:chOff x="-280802" y="20880"/>
              <a:chExt cx="10622522" cy="5952733"/>
            </a:xfrm>
          </p:grpSpPr>
          <p:sp>
            <p:nvSpPr>
              <p:cNvPr id="575" name="Google Shape;575;p16"/>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576" name="Google Shape;576;p16"/>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577" name="Google Shape;577;p16"/>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578" name="Google Shape;578;p16"/>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579" name="Google Shape;579;p16"/>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sp>
        <p:nvSpPr>
          <p:cNvPr id="580" name="Google Shape;580;p16"/>
          <p:cNvSpPr txBox="1">
            <a:spLocks noGrp="1"/>
          </p:cNvSpPr>
          <p:nvPr>
            <p:ph type="subTitle" idx="1"/>
          </p:nvPr>
        </p:nvSpPr>
        <p:spPr>
          <a:xfrm>
            <a:off x="2545067" y="3328569"/>
            <a:ext cx="3175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81" name="Google Shape;581;p16"/>
          <p:cNvSpPr txBox="1">
            <a:spLocks noGrp="1"/>
          </p:cNvSpPr>
          <p:nvPr>
            <p:ph type="subTitle" idx="2"/>
          </p:nvPr>
        </p:nvSpPr>
        <p:spPr>
          <a:xfrm>
            <a:off x="7583799" y="3328569"/>
            <a:ext cx="3175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82" name="Google Shape;582;p16"/>
          <p:cNvSpPr txBox="1">
            <a:spLocks noGrp="1"/>
          </p:cNvSpPr>
          <p:nvPr>
            <p:ph type="subTitle" idx="3"/>
          </p:nvPr>
        </p:nvSpPr>
        <p:spPr>
          <a:xfrm>
            <a:off x="2545067" y="5148903"/>
            <a:ext cx="3175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83" name="Google Shape;583;p16"/>
          <p:cNvSpPr txBox="1">
            <a:spLocks noGrp="1"/>
          </p:cNvSpPr>
          <p:nvPr>
            <p:ph type="subTitle" idx="4"/>
          </p:nvPr>
        </p:nvSpPr>
        <p:spPr>
          <a:xfrm>
            <a:off x="7583799" y="5148903"/>
            <a:ext cx="3175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84" name="Google Shape;584;p16"/>
          <p:cNvSpPr txBox="1">
            <a:spLocks noGrp="1"/>
          </p:cNvSpPr>
          <p:nvPr>
            <p:ph type="title" hasCustomPrompt="1"/>
          </p:nvPr>
        </p:nvSpPr>
        <p:spPr>
          <a:xfrm>
            <a:off x="1433015" y="2650295"/>
            <a:ext cx="978000" cy="5968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85" name="Google Shape;585;p16"/>
          <p:cNvSpPr txBox="1">
            <a:spLocks noGrp="1"/>
          </p:cNvSpPr>
          <p:nvPr>
            <p:ph type="title" idx="5" hasCustomPrompt="1"/>
          </p:nvPr>
        </p:nvSpPr>
        <p:spPr>
          <a:xfrm>
            <a:off x="1433015" y="4469095"/>
            <a:ext cx="975200" cy="5968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86" name="Google Shape;586;p16"/>
          <p:cNvSpPr txBox="1">
            <a:spLocks noGrp="1"/>
          </p:cNvSpPr>
          <p:nvPr>
            <p:ph type="title" idx="6" hasCustomPrompt="1"/>
          </p:nvPr>
        </p:nvSpPr>
        <p:spPr>
          <a:xfrm>
            <a:off x="6471701" y="2651144"/>
            <a:ext cx="975200" cy="5952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87" name="Google Shape;587;p16"/>
          <p:cNvSpPr txBox="1">
            <a:spLocks noGrp="1"/>
          </p:cNvSpPr>
          <p:nvPr>
            <p:ph type="title" idx="7" hasCustomPrompt="1"/>
          </p:nvPr>
        </p:nvSpPr>
        <p:spPr>
          <a:xfrm>
            <a:off x="6471701" y="4469096"/>
            <a:ext cx="975200" cy="5968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88" name="Google Shape;588;p16"/>
          <p:cNvSpPr txBox="1">
            <a:spLocks noGrp="1"/>
          </p:cNvSpPr>
          <p:nvPr>
            <p:ph type="subTitle" idx="8"/>
          </p:nvPr>
        </p:nvSpPr>
        <p:spPr>
          <a:xfrm>
            <a:off x="2545067" y="2475985"/>
            <a:ext cx="3175200" cy="100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589" name="Google Shape;589;p16"/>
          <p:cNvSpPr txBox="1">
            <a:spLocks noGrp="1"/>
          </p:cNvSpPr>
          <p:nvPr>
            <p:ph type="subTitle" idx="9"/>
          </p:nvPr>
        </p:nvSpPr>
        <p:spPr>
          <a:xfrm>
            <a:off x="2545067" y="4296452"/>
            <a:ext cx="3175200" cy="100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590" name="Google Shape;590;p16"/>
          <p:cNvSpPr txBox="1">
            <a:spLocks noGrp="1"/>
          </p:cNvSpPr>
          <p:nvPr>
            <p:ph type="subTitle" idx="13"/>
          </p:nvPr>
        </p:nvSpPr>
        <p:spPr>
          <a:xfrm>
            <a:off x="7583799" y="2475985"/>
            <a:ext cx="3175200" cy="100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591" name="Google Shape;591;p16"/>
          <p:cNvSpPr txBox="1">
            <a:spLocks noGrp="1"/>
          </p:cNvSpPr>
          <p:nvPr>
            <p:ph type="subTitle" idx="14"/>
          </p:nvPr>
        </p:nvSpPr>
        <p:spPr>
          <a:xfrm>
            <a:off x="7583799" y="4296448"/>
            <a:ext cx="3175200" cy="100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592" name="Google Shape;592;p16"/>
          <p:cNvSpPr txBox="1">
            <a:spLocks noGrp="1"/>
          </p:cNvSpPr>
          <p:nvPr>
            <p:ph type="title" idx="15"/>
          </p:nvPr>
        </p:nvSpPr>
        <p:spPr>
          <a:xfrm>
            <a:off x="1195667" y="1255133"/>
            <a:ext cx="9801600" cy="763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37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35603629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593"/>
        <p:cNvGrpSpPr/>
        <p:nvPr/>
      </p:nvGrpSpPr>
      <p:grpSpPr>
        <a:xfrm>
          <a:off x="0" y="0"/>
          <a:ext cx="0" cy="0"/>
          <a:chOff x="0" y="0"/>
          <a:chExt cx="0" cy="0"/>
        </a:xfrm>
      </p:grpSpPr>
      <p:grpSp>
        <p:nvGrpSpPr>
          <p:cNvPr id="594" name="Google Shape;594;p17"/>
          <p:cNvGrpSpPr/>
          <p:nvPr/>
        </p:nvGrpSpPr>
        <p:grpSpPr>
          <a:xfrm>
            <a:off x="-266600" y="-436600"/>
            <a:ext cx="12725200" cy="7528000"/>
            <a:chOff x="-199950" y="-251250"/>
            <a:chExt cx="9543900" cy="5646000"/>
          </a:xfrm>
        </p:grpSpPr>
        <p:cxnSp>
          <p:nvCxnSpPr>
            <p:cNvPr id="595" name="Google Shape;595;p17"/>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96" name="Google Shape;596;p17"/>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97" name="Google Shape;597;p17"/>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98" name="Google Shape;598;p17"/>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99" name="Google Shape;599;p17"/>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00" name="Google Shape;600;p17"/>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01" name="Google Shape;601;p17"/>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02" name="Google Shape;602;p17"/>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03" name="Google Shape;603;p17"/>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04" name="Google Shape;604;p17"/>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05" name="Google Shape;605;p17"/>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06" name="Google Shape;606;p17"/>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07" name="Google Shape;607;p17"/>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08" name="Google Shape;608;p17"/>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09" name="Google Shape;609;p17"/>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10" name="Google Shape;610;p17"/>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611" name="Google Shape;611;p17"/>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612" name="Google Shape;612;p17"/>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613" name="Google Shape;613;p17"/>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614" name="Google Shape;614;p17"/>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615" name="Google Shape;615;p17"/>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616" name="Google Shape;616;p17"/>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617" name="Google Shape;617;p17"/>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618" name="Google Shape;618;p17"/>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619" name="Google Shape;619;p17"/>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620" name="Google Shape;620;p17"/>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621" name="Google Shape;621;p17"/>
          <p:cNvGrpSpPr/>
          <p:nvPr/>
        </p:nvGrpSpPr>
        <p:grpSpPr>
          <a:xfrm>
            <a:off x="834733" y="569734"/>
            <a:ext cx="10929867" cy="6124965"/>
            <a:chOff x="-280802" y="20880"/>
            <a:chExt cx="10622522" cy="5952733"/>
          </a:xfrm>
        </p:grpSpPr>
        <p:sp>
          <p:nvSpPr>
            <p:cNvPr id="622" name="Google Shape;622;p17"/>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623" name="Google Shape;623;p17"/>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624" name="Google Shape;624;p17"/>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625" name="Google Shape;625;p17"/>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626" name="Google Shape;626;p17"/>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nvGrpSpPr>
          <p:cNvPr id="627" name="Google Shape;627;p17"/>
          <p:cNvGrpSpPr/>
          <p:nvPr/>
        </p:nvGrpSpPr>
        <p:grpSpPr>
          <a:xfrm>
            <a:off x="631533" y="366534"/>
            <a:ext cx="10929867" cy="6124965"/>
            <a:chOff x="-280802" y="20880"/>
            <a:chExt cx="10622522" cy="5952733"/>
          </a:xfrm>
        </p:grpSpPr>
        <p:sp>
          <p:nvSpPr>
            <p:cNvPr id="628" name="Google Shape;628;p17"/>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629" name="Google Shape;629;p17"/>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630" name="Google Shape;630;p17"/>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631" name="Google Shape;631;p17"/>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632" name="Google Shape;632;p17"/>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sp>
        <p:nvSpPr>
          <p:cNvPr id="633" name="Google Shape;633;p17"/>
          <p:cNvSpPr txBox="1">
            <a:spLocks noGrp="1"/>
          </p:cNvSpPr>
          <p:nvPr>
            <p:ph type="subTitle" idx="1"/>
          </p:nvPr>
        </p:nvSpPr>
        <p:spPr>
          <a:xfrm>
            <a:off x="1195667" y="3327679"/>
            <a:ext cx="3074000" cy="522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634" name="Google Shape;634;p17"/>
          <p:cNvSpPr txBox="1">
            <a:spLocks noGrp="1"/>
          </p:cNvSpPr>
          <p:nvPr>
            <p:ph type="subTitle" idx="2"/>
          </p:nvPr>
        </p:nvSpPr>
        <p:spPr>
          <a:xfrm>
            <a:off x="4558992" y="3327679"/>
            <a:ext cx="3074000" cy="522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635" name="Google Shape;635;p17"/>
          <p:cNvSpPr txBox="1">
            <a:spLocks noGrp="1"/>
          </p:cNvSpPr>
          <p:nvPr>
            <p:ph type="subTitle" idx="3"/>
          </p:nvPr>
        </p:nvSpPr>
        <p:spPr>
          <a:xfrm>
            <a:off x="7922327" y="3327679"/>
            <a:ext cx="3074000" cy="522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636" name="Google Shape;636;p17"/>
          <p:cNvSpPr txBox="1">
            <a:spLocks noGrp="1"/>
          </p:cNvSpPr>
          <p:nvPr>
            <p:ph type="subTitle" idx="4"/>
          </p:nvPr>
        </p:nvSpPr>
        <p:spPr>
          <a:xfrm>
            <a:off x="1195667" y="5001212"/>
            <a:ext cx="3074000" cy="522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637" name="Google Shape;637;p17"/>
          <p:cNvSpPr txBox="1">
            <a:spLocks noGrp="1"/>
          </p:cNvSpPr>
          <p:nvPr>
            <p:ph type="subTitle" idx="5"/>
          </p:nvPr>
        </p:nvSpPr>
        <p:spPr>
          <a:xfrm>
            <a:off x="4559000" y="5001212"/>
            <a:ext cx="3074000" cy="522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638" name="Google Shape;638;p17"/>
          <p:cNvSpPr txBox="1">
            <a:spLocks noGrp="1"/>
          </p:cNvSpPr>
          <p:nvPr>
            <p:ph type="subTitle" idx="6"/>
          </p:nvPr>
        </p:nvSpPr>
        <p:spPr>
          <a:xfrm>
            <a:off x="7922333" y="5001212"/>
            <a:ext cx="3074000" cy="522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639" name="Google Shape;639;p17"/>
          <p:cNvSpPr txBox="1">
            <a:spLocks noGrp="1"/>
          </p:cNvSpPr>
          <p:nvPr>
            <p:ph type="title"/>
          </p:nvPr>
        </p:nvSpPr>
        <p:spPr>
          <a:xfrm>
            <a:off x="1195667" y="1255133"/>
            <a:ext cx="9801600" cy="763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37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16409052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684"/>
        <p:cNvGrpSpPr/>
        <p:nvPr/>
      </p:nvGrpSpPr>
      <p:grpSpPr>
        <a:xfrm>
          <a:off x="0" y="0"/>
          <a:ext cx="0" cy="0"/>
          <a:chOff x="0" y="0"/>
          <a:chExt cx="0" cy="0"/>
        </a:xfrm>
      </p:grpSpPr>
      <p:grpSp>
        <p:nvGrpSpPr>
          <p:cNvPr id="685" name="Google Shape;685;p19"/>
          <p:cNvGrpSpPr/>
          <p:nvPr/>
        </p:nvGrpSpPr>
        <p:grpSpPr>
          <a:xfrm>
            <a:off x="-266600" y="-436600"/>
            <a:ext cx="12725200" cy="7528000"/>
            <a:chOff x="-199950" y="-251250"/>
            <a:chExt cx="9543900" cy="5646000"/>
          </a:xfrm>
        </p:grpSpPr>
        <p:cxnSp>
          <p:nvCxnSpPr>
            <p:cNvPr id="686" name="Google Shape;686;p19"/>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87" name="Google Shape;687;p19"/>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88" name="Google Shape;688;p19"/>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89" name="Google Shape;689;p19"/>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0" name="Google Shape;690;p19"/>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1" name="Google Shape;691;p19"/>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2" name="Google Shape;692;p19"/>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3" name="Google Shape;693;p19"/>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4" name="Google Shape;694;p19"/>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5" name="Google Shape;695;p19"/>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6" name="Google Shape;696;p19"/>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7" name="Google Shape;697;p19"/>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8" name="Google Shape;698;p19"/>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9" name="Google Shape;699;p19"/>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00" name="Google Shape;700;p19"/>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01" name="Google Shape;701;p19"/>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2" name="Google Shape;702;p19"/>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3" name="Google Shape;703;p19"/>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4" name="Google Shape;704;p19"/>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5" name="Google Shape;705;p19"/>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6" name="Google Shape;706;p19"/>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7" name="Google Shape;707;p19"/>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8" name="Google Shape;708;p19"/>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9" name="Google Shape;709;p19"/>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10" name="Google Shape;710;p19"/>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11" name="Google Shape;711;p19"/>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712" name="Google Shape;712;p19"/>
          <p:cNvGrpSpPr/>
          <p:nvPr/>
        </p:nvGrpSpPr>
        <p:grpSpPr>
          <a:xfrm>
            <a:off x="631533" y="366533"/>
            <a:ext cx="11133067" cy="6328165"/>
            <a:chOff x="473650" y="274900"/>
            <a:chExt cx="8349800" cy="4746124"/>
          </a:xfrm>
        </p:grpSpPr>
        <p:grpSp>
          <p:nvGrpSpPr>
            <p:cNvPr id="713" name="Google Shape;713;p19"/>
            <p:cNvGrpSpPr/>
            <p:nvPr/>
          </p:nvGrpSpPr>
          <p:grpSpPr>
            <a:xfrm>
              <a:off x="626050" y="427300"/>
              <a:ext cx="8197400" cy="4593724"/>
              <a:chOff x="-280802" y="20880"/>
              <a:chExt cx="10622522" cy="5952733"/>
            </a:xfrm>
          </p:grpSpPr>
          <p:sp>
            <p:nvSpPr>
              <p:cNvPr id="714" name="Google Shape;714;p19"/>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715" name="Google Shape;715;p19"/>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716" name="Google Shape;716;p19"/>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717" name="Google Shape;717;p19"/>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718" name="Google Shape;718;p19"/>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nvGrpSpPr>
            <p:cNvPr id="719" name="Google Shape;719;p19"/>
            <p:cNvGrpSpPr/>
            <p:nvPr/>
          </p:nvGrpSpPr>
          <p:grpSpPr>
            <a:xfrm>
              <a:off x="473650" y="274900"/>
              <a:ext cx="8197400" cy="4593724"/>
              <a:chOff x="-280802" y="20880"/>
              <a:chExt cx="10622522" cy="5952733"/>
            </a:xfrm>
          </p:grpSpPr>
          <p:sp>
            <p:nvSpPr>
              <p:cNvPr id="720" name="Google Shape;720;p19"/>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721" name="Google Shape;721;p19"/>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722" name="Google Shape;722;p19"/>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723" name="Google Shape;723;p19"/>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724" name="Google Shape;724;p19"/>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grpSp>
        <p:nvGrpSpPr>
          <p:cNvPr id="725" name="Google Shape;725;p19"/>
          <p:cNvGrpSpPr/>
          <p:nvPr/>
        </p:nvGrpSpPr>
        <p:grpSpPr>
          <a:xfrm>
            <a:off x="9812574" y="1092913"/>
            <a:ext cx="1510285" cy="2193720"/>
            <a:chOff x="7359430" y="819685"/>
            <a:chExt cx="1132714" cy="1645290"/>
          </a:xfrm>
        </p:grpSpPr>
        <p:sp>
          <p:nvSpPr>
            <p:cNvPr id="726" name="Google Shape;726;p19"/>
            <p:cNvSpPr/>
            <p:nvPr/>
          </p:nvSpPr>
          <p:spPr>
            <a:xfrm rot="3600003">
              <a:off x="7508612" y="974409"/>
              <a:ext cx="834351" cy="826229"/>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727" name="Google Shape;727;p19"/>
            <p:cNvSpPr/>
            <p:nvPr/>
          </p:nvSpPr>
          <p:spPr>
            <a:xfrm rot="3600020">
              <a:off x="7893347" y="1918241"/>
              <a:ext cx="465027" cy="460495"/>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33516730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728"/>
        <p:cNvGrpSpPr/>
        <p:nvPr/>
      </p:nvGrpSpPr>
      <p:grpSpPr>
        <a:xfrm>
          <a:off x="0" y="0"/>
          <a:ext cx="0" cy="0"/>
          <a:chOff x="0" y="0"/>
          <a:chExt cx="0" cy="0"/>
        </a:xfrm>
      </p:grpSpPr>
      <p:grpSp>
        <p:nvGrpSpPr>
          <p:cNvPr id="729" name="Google Shape;729;p20"/>
          <p:cNvGrpSpPr/>
          <p:nvPr/>
        </p:nvGrpSpPr>
        <p:grpSpPr>
          <a:xfrm>
            <a:off x="-266600" y="-436600"/>
            <a:ext cx="12725200" cy="7528000"/>
            <a:chOff x="-199950" y="-251250"/>
            <a:chExt cx="9543900" cy="5646000"/>
          </a:xfrm>
        </p:grpSpPr>
        <p:cxnSp>
          <p:nvCxnSpPr>
            <p:cNvPr id="730" name="Google Shape;730;p20"/>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1" name="Google Shape;731;p20"/>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2" name="Google Shape;732;p20"/>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3" name="Google Shape;733;p20"/>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4" name="Google Shape;734;p20"/>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5" name="Google Shape;735;p20"/>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6" name="Google Shape;736;p20"/>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7" name="Google Shape;737;p20"/>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8" name="Google Shape;738;p20"/>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9" name="Google Shape;739;p20"/>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40" name="Google Shape;740;p20"/>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41" name="Google Shape;741;p20"/>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42" name="Google Shape;742;p20"/>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43" name="Google Shape;743;p20"/>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44" name="Google Shape;744;p20"/>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45" name="Google Shape;745;p20"/>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46" name="Google Shape;746;p20"/>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47" name="Google Shape;747;p20"/>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48" name="Google Shape;748;p20"/>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49" name="Google Shape;749;p20"/>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50" name="Google Shape;750;p20"/>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51" name="Google Shape;751;p20"/>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52" name="Google Shape;752;p20"/>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53" name="Google Shape;753;p20"/>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54" name="Google Shape;754;p20"/>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55" name="Google Shape;755;p20"/>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756" name="Google Shape;756;p20"/>
          <p:cNvGrpSpPr/>
          <p:nvPr/>
        </p:nvGrpSpPr>
        <p:grpSpPr>
          <a:xfrm>
            <a:off x="834733" y="569734"/>
            <a:ext cx="10929867" cy="6124965"/>
            <a:chOff x="-280802" y="20880"/>
            <a:chExt cx="10622522" cy="5952733"/>
          </a:xfrm>
        </p:grpSpPr>
        <p:sp>
          <p:nvSpPr>
            <p:cNvPr id="757" name="Google Shape;757;p20"/>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758" name="Google Shape;758;p20"/>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759" name="Google Shape;759;p20"/>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760" name="Google Shape;760;p20"/>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761" name="Google Shape;761;p20"/>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nvGrpSpPr>
          <p:cNvPr id="762" name="Google Shape;762;p20"/>
          <p:cNvGrpSpPr/>
          <p:nvPr/>
        </p:nvGrpSpPr>
        <p:grpSpPr>
          <a:xfrm>
            <a:off x="631533" y="366534"/>
            <a:ext cx="10929867" cy="6124965"/>
            <a:chOff x="-280802" y="20880"/>
            <a:chExt cx="10622522" cy="5952733"/>
          </a:xfrm>
        </p:grpSpPr>
        <p:sp>
          <p:nvSpPr>
            <p:cNvPr id="763" name="Google Shape;763;p20"/>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764" name="Google Shape;764;p20"/>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765" name="Google Shape;765;p20"/>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766" name="Google Shape;766;p20"/>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767" name="Google Shape;767;p20"/>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grpSp>
        <p:nvGrpSpPr>
          <p:cNvPr id="768" name="Google Shape;768;p20"/>
          <p:cNvGrpSpPr/>
          <p:nvPr/>
        </p:nvGrpSpPr>
        <p:grpSpPr>
          <a:xfrm>
            <a:off x="10036755" y="4936302"/>
            <a:ext cx="1616535" cy="1654593"/>
            <a:chOff x="8264880" y="1119240"/>
            <a:chExt cx="1865520" cy="1909440"/>
          </a:xfrm>
        </p:grpSpPr>
        <p:sp>
          <p:nvSpPr>
            <p:cNvPr id="769" name="Google Shape;769;p20"/>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770" name="Google Shape;770;p20"/>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771" name="Google Shape;771;p20"/>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772" name="Google Shape;772;p20"/>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FFFFFF"/>
                </a:solidFill>
                <a:latin typeface="Arial"/>
                <a:ea typeface="Arial"/>
                <a:cs typeface="Arial"/>
                <a:sym typeface="Arial"/>
              </a:endParaRPr>
            </a:p>
          </p:txBody>
        </p:sp>
        <p:sp>
          <p:nvSpPr>
            <p:cNvPr id="773" name="Google Shape;773;p20"/>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sp>
          <p:nvSpPr>
            <p:cNvPr id="774" name="Google Shape;774;p20"/>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2400" b="0" strike="noStrik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30952626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778"/>
        <p:cNvGrpSpPr/>
        <p:nvPr/>
      </p:nvGrpSpPr>
      <p:grpSpPr>
        <a:xfrm>
          <a:off x="0" y="0"/>
          <a:ext cx="0" cy="0"/>
          <a:chOff x="0" y="0"/>
          <a:chExt cx="0" cy="0"/>
        </a:xfrm>
      </p:grpSpPr>
    </p:spTree>
    <p:extLst>
      <p:ext uri="{BB962C8B-B14F-4D97-AF65-F5344CB8AC3E}">
        <p14:creationId xmlns:p14="http://schemas.microsoft.com/office/powerpoint/2010/main" val="13902566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779"/>
        <p:cNvGrpSpPr/>
        <p:nvPr/>
      </p:nvGrpSpPr>
      <p:grpSpPr>
        <a:xfrm>
          <a:off x="0" y="0"/>
          <a:ext cx="0" cy="0"/>
          <a:chOff x="0" y="0"/>
          <a:chExt cx="0" cy="0"/>
        </a:xfrm>
      </p:grpSpPr>
      <p:sp>
        <p:nvSpPr>
          <p:cNvPr id="780" name="Google Shape;780;p23"/>
          <p:cNvSpPr txBox="1">
            <a:spLocks noGrp="1"/>
          </p:cNvSpPr>
          <p:nvPr>
            <p:ph type="title"/>
          </p:nvPr>
        </p:nvSpPr>
        <p:spPr>
          <a:xfrm>
            <a:off x="960000" y="681367"/>
            <a:ext cx="102720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1466876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719333"/>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1pPr>
            <a:lvl2pPr lvl="1"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2pPr>
            <a:lvl3pPr lvl="2"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3pPr>
            <a:lvl4pPr lvl="3"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4pPr>
            <a:lvl5pPr lvl="4"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5pPr>
            <a:lvl6pPr lvl="5"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6pPr>
            <a:lvl7pPr lvl="6"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7pPr>
            <a:lvl8pPr lvl="7"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8pPr>
            <a:lvl9pPr lvl="8"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9pPr>
          </a:lstStyle>
          <a:p>
            <a:endParaRPr/>
          </a:p>
        </p:txBody>
      </p:sp>
      <p:sp>
        <p:nvSpPr>
          <p:cNvPr id="7" name="Google Shape;7;p1"/>
          <p:cNvSpPr txBox="1">
            <a:spLocks noGrp="1"/>
          </p:cNvSpPr>
          <p:nvPr>
            <p:ph type="body" idx="1"/>
          </p:nvPr>
        </p:nvSpPr>
        <p:spPr>
          <a:xfrm>
            <a:off x="950967" y="1536633"/>
            <a:ext cx="10290000" cy="4555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marL="914400" lvl="1"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a:endParaRPr/>
          </a:p>
        </p:txBody>
      </p:sp>
    </p:spTree>
    <p:extLst>
      <p:ext uri="{BB962C8B-B14F-4D97-AF65-F5344CB8AC3E}">
        <p14:creationId xmlns:p14="http://schemas.microsoft.com/office/powerpoint/2010/main" val="3702359447"/>
      </p:ext>
    </p:extLst>
  </p:cSld>
  <p:clrMap bg1="lt1" tx1="dk1" bg2="dk2" tx2="lt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8" r:id="rId16"/>
    <p:sldLayoutId id="2147483679" r:id="rId17"/>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orient="horz" pos="2900">
          <p15:clr>
            <a:srgbClr val="EA4335"/>
          </p15:clr>
        </p15:guide>
        <p15:guide id="3" pos="449">
          <p15:clr>
            <a:srgbClr val="EA4335"/>
          </p15:clr>
        </p15:guide>
        <p15:guide id="4" pos="5311">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775"/>
        <p:cNvGrpSpPr/>
        <p:nvPr/>
      </p:nvGrpSpPr>
      <p:grpSpPr>
        <a:xfrm>
          <a:off x="0" y="0"/>
          <a:ext cx="0" cy="0"/>
          <a:chOff x="0" y="0"/>
          <a:chExt cx="0" cy="0"/>
        </a:xfrm>
      </p:grpSpPr>
      <p:sp>
        <p:nvSpPr>
          <p:cNvPr id="776" name="Google Shape;776;p21"/>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777" name="Google Shape;777;p21"/>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794309888"/>
      </p:ext>
    </p:extLst>
  </p:cSld>
  <p:clrMap bg1="lt1" tx1="dk1" bg2="dk2" tx2="lt2" accent1="accent1" accent2="accent2" accent3="accent3" accent4="accent4" accent5="accent5" accent6="accent6" hlink="hlink" folHlink="folHlink"/>
  <p:sldLayoutIdLst>
    <p:sldLayoutId id="2147483681" r:id="rId1"/>
    <p:sldLayoutId id="2147483682"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0CF9A0-8C3B-3CA2-4FA8-DBCC37B7C6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75492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967F6B-B7BD-EAC4-4DB9-F79A5F0051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2" name="TextBox 1">
            <a:extLst>
              <a:ext uri="{FF2B5EF4-FFF2-40B4-BE49-F238E27FC236}">
                <a16:creationId xmlns:a16="http://schemas.microsoft.com/office/drawing/2014/main" id="{C405CA4C-DC25-F36C-3C70-01FEA14F5D0A}"/>
              </a:ext>
            </a:extLst>
          </p:cNvPr>
          <p:cNvSpPr txBox="1"/>
          <p:nvPr/>
        </p:nvSpPr>
        <p:spPr>
          <a:xfrm>
            <a:off x="875071" y="5751871"/>
            <a:ext cx="10609006" cy="738664"/>
          </a:xfrm>
          <a:prstGeom prst="rect">
            <a:avLst/>
          </a:prstGeom>
          <a:noFill/>
        </p:spPr>
        <p:txBody>
          <a:bodyPr wrap="square" rtlCol="0">
            <a:spAutoFit/>
          </a:bodyPr>
          <a:lstStyle/>
          <a:p>
            <a:pPr algn="ctr"/>
            <a:r>
              <a:rPr lang="en-IN" dirty="0">
                <a:highlight>
                  <a:srgbClr val="C0C0C0"/>
                </a:highlight>
              </a:rPr>
              <a:t>“As more companies enter the EV market, stakeholders face a big question: </a:t>
            </a:r>
            <a:r>
              <a:rPr lang="en-IN" i="1" dirty="0">
                <a:highlight>
                  <a:srgbClr val="C0C0C0"/>
                </a:highlight>
              </a:rPr>
              <a:t>Which brands and regions are driving growth, and where do we need to improve?</a:t>
            </a:r>
            <a:r>
              <a:rPr lang="en-IN" dirty="0">
                <a:highlight>
                  <a:srgbClr val="C0C0C0"/>
                </a:highlight>
              </a:rPr>
              <a:t> Without clear insights, it’s difficult to plan investments, production, and marketing strategies.”</a:t>
            </a:r>
          </a:p>
          <a:p>
            <a:pPr algn="ctr"/>
            <a:endParaRPr lang="en-IN" dirty="0">
              <a:highlight>
                <a:srgbClr val="C0C0C0"/>
              </a:highlight>
            </a:endParaRPr>
          </a:p>
        </p:txBody>
      </p:sp>
    </p:spTree>
    <p:extLst>
      <p:ext uri="{BB962C8B-B14F-4D97-AF65-F5344CB8AC3E}">
        <p14:creationId xmlns:p14="http://schemas.microsoft.com/office/powerpoint/2010/main" val="412191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FD515-7BC5-90AF-5596-01273649188B}"/>
              </a:ext>
            </a:extLst>
          </p:cNvPr>
          <p:cNvSpPr>
            <a:spLocks noGrp="1"/>
          </p:cNvSpPr>
          <p:nvPr>
            <p:ph type="ctrTitle"/>
          </p:nvPr>
        </p:nvSpPr>
        <p:spPr/>
        <p:txBody>
          <a:bodyPr/>
          <a:lstStyle/>
          <a:p>
            <a:r>
              <a:rPr lang="en-IN" dirty="0"/>
              <a:t>       Electric Vehicle Sales Analysis</a:t>
            </a:r>
          </a:p>
        </p:txBody>
      </p:sp>
      <p:sp>
        <p:nvSpPr>
          <p:cNvPr id="3" name="Subtitle 2">
            <a:extLst>
              <a:ext uri="{FF2B5EF4-FFF2-40B4-BE49-F238E27FC236}">
                <a16:creationId xmlns:a16="http://schemas.microsoft.com/office/drawing/2014/main" id="{4C6A8CC1-B4ED-C87D-7C0A-35ED7BC9507D}"/>
              </a:ext>
            </a:extLst>
          </p:cNvPr>
          <p:cNvSpPr>
            <a:spLocks noGrp="1"/>
          </p:cNvSpPr>
          <p:nvPr>
            <p:ph type="subTitle" idx="1"/>
          </p:nvPr>
        </p:nvSpPr>
        <p:spPr/>
        <p:txBody>
          <a:bodyPr/>
          <a:lstStyle/>
          <a:p>
            <a:endParaRPr lang="en-IN" b="1" dirty="0"/>
          </a:p>
          <a:p>
            <a:r>
              <a:rPr lang="en-IN" b="1" dirty="0"/>
              <a:t>Comprehensive Market Intelligence Report</a:t>
            </a:r>
          </a:p>
          <a:p>
            <a:endParaRPr lang="en-IN" dirty="0"/>
          </a:p>
        </p:txBody>
      </p:sp>
      <p:pic>
        <p:nvPicPr>
          <p:cNvPr id="5" name="Picture 4">
            <a:extLst>
              <a:ext uri="{FF2B5EF4-FFF2-40B4-BE49-F238E27FC236}">
                <a16:creationId xmlns:a16="http://schemas.microsoft.com/office/drawing/2014/main" id="{66386D21-1524-5CB2-C724-7C526EF8B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3544" y="2295083"/>
            <a:ext cx="2149662" cy="1216617"/>
          </a:xfrm>
          <a:prstGeom prst="rect">
            <a:avLst/>
          </a:prstGeom>
        </p:spPr>
      </p:pic>
    </p:spTree>
    <p:extLst>
      <p:ext uri="{BB962C8B-B14F-4D97-AF65-F5344CB8AC3E}">
        <p14:creationId xmlns:p14="http://schemas.microsoft.com/office/powerpoint/2010/main" val="3970616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706709-F5F1-4A93-A8C2-0E1B5E289344}"/>
              </a:ext>
            </a:extLst>
          </p:cNvPr>
          <p:cNvSpPr>
            <a:spLocks noGrp="1"/>
          </p:cNvSpPr>
          <p:nvPr>
            <p:ph type="title"/>
          </p:nvPr>
        </p:nvSpPr>
        <p:spPr/>
        <p:txBody>
          <a:bodyPr/>
          <a:lstStyle/>
          <a:p>
            <a:br>
              <a:rPr lang="en-IN" dirty="0"/>
            </a:br>
            <a:r>
              <a:rPr lang="en-IN" dirty="0"/>
              <a:t>Project Overview</a:t>
            </a:r>
            <a:br>
              <a:rPr lang="en-IN" dirty="0"/>
            </a:br>
            <a:endParaRPr lang="en-IN" dirty="0"/>
          </a:p>
        </p:txBody>
      </p:sp>
      <p:sp>
        <p:nvSpPr>
          <p:cNvPr id="4" name="TextBox 3">
            <a:extLst>
              <a:ext uri="{FF2B5EF4-FFF2-40B4-BE49-F238E27FC236}">
                <a16:creationId xmlns:a16="http://schemas.microsoft.com/office/drawing/2014/main" id="{0D236FB6-91F0-1D11-6CFB-885A8179D4B7}"/>
              </a:ext>
            </a:extLst>
          </p:cNvPr>
          <p:cNvSpPr txBox="1"/>
          <p:nvPr/>
        </p:nvSpPr>
        <p:spPr>
          <a:xfrm>
            <a:off x="950966" y="2094271"/>
            <a:ext cx="8959949" cy="3216778"/>
          </a:xfrm>
          <a:prstGeom prst="rect">
            <a:avLst/>
          </a:prstGeom>
          <a:noFill/>
        </p:spPr>
        <p:txBody>
          <a:bodyPr wrap="square" rtlCol="0">
            <a:spAutoFit/>
          </a:bodyPr>
          <a:lstStyle/>
          <a:p>
            <a:r>
              <a:rPr lang="en-US" sz="1600" b="1" dirty="0"/>
              <a:t>Project Title:</a:t>
            </a:r>
            <a:r>
              <a:rPr lang="en-US" sz="1600" dirty="0"/>
              <a:t> Electric Vehicle Sales Analysis</a:t>
            </a:r>
          </a:p>
          <a:p>
            <a:endParaRPr lang="en-US" sz="1600" dirty="0"/>
          </a:p>
          <a:p>
            <a:r>
              <a:rPr lang="en-IN" sz="1600" b="1" dirty="0"/>
              <a:t>Overview:</a:t>
            </a:r>
            <a:endParaRPr lang="en-US" sz="1600" b="1" dirty="0"/>
          </a:p>
          <a:p>
            <a:pPr>
              <a:lnSpc>
                <a:spcPct val="200000"/>
              </a:lnSpc>
            </a:pPr>
            <a:r>
              <a:rPr lang="en-US" sz="1600" dirty="0"/>
              <a:t>This comprehensive Electric Vehicle Analysis Dashboard provides strategic insights into the global EV market performance across multiple dimensions. The project analyzes 3,000 vehicles sold generating $66.67M in total revenue and detailed performance metrics across 10 major automotive Company. And analyze sales, revenue, battery performance, market trends, and environmental impact of electric vehicles to support strategic decision-making.</a:t>
            </a:r>
            <a:endParaRPr lang="en-IN" sz="1600" dirty="0"/>
          </a:p>
        </p:txBody>
      </p:sp>
    </p:spTree>
    <p:extLst>
      <p:ext uri="{BB962C8B-B14F-4D97-AF65-F5344CB8AC3E}">
        <p14:creationId xmlns:p14="http://schemas.microsoft.com/office/powerpoint/2010/main" val="3093568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477B15-F84D-9095-2E22-9F790D18A737}"/>
              </a:ext>
            </a:extLst>
          </p:cNvPr>
          <p:cNvSpPr>
            <a:spLocks noGrp="1"/>
          </p:cNvSpPr>
          <p:nvPr>
            <p:ph type="title"/>
          </p:nvPr>
        </p:nvSpPr>
        <p:spPr/>
        <p:txBody>
          <a:bodyPr/>
          <a:lstStyle/>
          <a:p>
            <a:r>
              <a:rPr lang="en-IN" dirty="0"/>
              <a:t>Project Objectives</a:t>
            </a:r>
          </a:p>
        </p:txBody>
      </p:sp>
      <p:sp>
        <p:nvSpPr>
          <p:cNvPr id="5" name="TextBox 4">
            <a:extLst>
              <a:ext uri="{FF2B5EF4-FFF2-40B4-BE49-F238E27FC236}">
                <a16:creationId xmlns:a16="http://schemas.microsoft.com/office/drawing/2014/main" id="{5B384851-E52B-2658-5464-3211E168E2C6}"/>
              </a:ext>
            </a:extLst>
          </p:cNvPr>
          <p:cNvSpPr txBox="1"/>
          <p:nvPr/>
        </p:nvSpPr>
        <p:spPr>
          <a:xfrm>
            <a:off x="950967" y="1948451"/>
            <a:ext cx="10100491" cy="4909549"/>
          </a:xfrm>
          <a:prstGeom prst="rect">
            <a:avLst/>
          </a:prstGeom>
          <a:noFill/>
        </p:spPr>
        <p:txBody>
          <a:bodyPr wrap="square" rtlCol="0">
            <a:spAutoFit/>
          </a:bodyPr>
          <a:lstStyle/>
          <a:p>
            <a:pPr marL="285750" indent="-285750">
              <a:lnSpc>
                <a:spcPct val="250000"/>
              </a:lnSpc>
              <a:buFont typeface="Courier New" panose="02070309020205020404" pitchFamily="49" charset="0"/>
              <a:buChar char="o"/>
            </a:pPr>
            <a:r>
              <a:rPr lang="en-US" sz="1600" b="1" dirty="0"/>
              <a:t>Sales &amp; Revenue Trends</a:t>
            </a:r>
            <a:r>
              <a:rPr lang="en-US" sz="1600" dirty="0"/>
              <a:t> → Identify top and flop brands.</a:t>
            </a:r>
          </a:p>
          <a:p>
            <a:pPr marL="285750" indent="-285750">
              <a:lnSpc>
                <a:spcPct val="250000"/>
              </a:lnSpc>
              <a:buFont typeface="Courier New" panose="02070309020205020404" pitchFamily="49" charset="0"/>
              <a:buChar char="o"/>
            </a:pPr>
            <a:r>
              <a:rPr lang="en-US" sz="1600" b="1" dirty="0"/>
              <a:t>Battery Performance</a:t>
            </a:r>
            <a:r>
              <a:rPr lang="en-US" sz="1600" dirty="0"/>
              <a:t> → Track average battery health and efficiency over time.</a:t>
            </a:r>
          </a:p>
          <a:p>
            <a:pPr marL="285750" indent="-285750">
              <a:lnSpc>
                <a:spcPct val="250000"/>
              </a:lnSpc>
              <a:buFont typeface="Courier New" panose="02070309020205020404" pitchFamily="49" charset="0"/>
              <a:buChar char="o"/>
            </a:pPr>
            <a:r>
              <a:rPr lang="en-US" sz="1600" b="1" dirty="0"/>
              <a:t>Environmental Impact</a:t>
            </a:r>
            <a:r>
              <a:rPr lang="en-US" sz="1600" dirty="0"/>
              <a:t> → Evaluate CO₂ savings by company.</a:t>
            </a:r>
          </a:p>
          <a:p>
            <a:pPr marL="285750" indent="-285750">
              <a:lnSpc>
                <a:spcPct val="250000"/>
              </a:lnSpc>
              <a:buFont typeface="Courier New" panose="02070309020205020404" pitchFamily="49" charset="0"/>
              <a:buChar char="o"/>
            </a:pPr>
            <a:r>
              <a:rPr lang="en-US" sz="1600" b="1" dirty="0"/>
              <a:t>Market Trends by Region &amp; Usage</a:t>
            </a:r>
            <a:r>
              <a:rPr lang="en-US" sz="1600" dirty="0"/>
              <a:t> → Understand customer adoption patterns.</a:t>
            </a:r>
          </a:p>
          <a:p>
            <a:pPr marL="285750" indent="-285750">
              <a:lnSpc>
                <a:spcPct val="250000"/>
              </a:lnSpc>
              <a:buFont typeface="Courier New" panose="02070309020205020404" pitchFamily="49" charset="0"/>
              <a:buChar char="o"/>
            </a:pPr>
            <a:r>
              <a:rPr lang="en-US" sz="1600" b="1" dirty="0"/>
              <a:t>Vehicle Performance Comparison</a:t>
            </a:r>
            <a:r>
              <a:rPr lang="en-US" sz="1600" dirty="0"/>
              <a:t> → Assess acceleration, charging time, range, and energy consumption.</a:t>
            </a:r>
          </a:p>
          <a:p>
            <a:pPr marL="285750" indent="-285750">
              <a:lnSpc>
                <a:spcPct val="250000"/>
              </a:lnSpc>
              <a:buFont typeface="Courier New" panose="02070309020205020404" pitchFamily="49" charset="0"/>
              <a:buChar char="o"/>
            </a:pPr>
            <a:r>
              <a:rPr lang="en-US" sz="1600" b="1" dirty="0"/>
              <a:t>Pricing Insights</a:t>
            </a:r>
            <a:r>
              <a:rPr lang="en-US" sz="1600" dirty="0"/>
              <a:t> → Highlight top expensive and low-cost EV models.</a:t>
            </a:r>
          </a:p>
          <a:p>
            <a:pPr marL="285750" indent="-285750">
              <a:lnSpc>
                <a:spcPct val="250000"/>
              </a:lnSpc>
              <a:buFont typeface="Courier New" panose="02070309020205020404" pitchFamily="49" charset="0"/>
              <a:buChar char="o"/>
            </a:pPr>
            <a:endParaRPr lang="en-IN" sz="1600" dirty="0"/>
          </a:p>
        </p:txBody>
      </p:sp>
    </p:spTree>
    <p:extLst>
      <p:ext uri="{BB962C8B-B14F-4D97-AF65-F5344CB8AC3E}">
        <p14:creationId xmlns:p14="http://schemas.microsoft.com/office/powerpoint/2010/main" val="1673701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D09756-447F-C54D-C78B-12E2E480A6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1084160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941001-06FA-9440-1311-50CA3313DA54}"/>
              </a:ext>
            </a:extLst>
          </p:cNvPr>
          <p:cNvSpPr>
            <a:spLocks noGrp="1"/>
          </p:cNvSpPr>
          <p:nvPr>
            <p:ph type="title"/>
          </p:nvPr>
        </p:nvSpPr>
        <p:spPr>
          <a:xfrm>
            <a:off x="950833" y="198223"/>
            <a:ext cx="10290000" cy="925200"/>
          </a:xfrm>
        </p:spPr>
        <p:txBody>
          <a:bodyPr/>
          <a:lstStyle/>
          <a:p>
            <a:r>
              <a:rPr lang="en-US" dirty="0"/>
              <a:t>Dash Board</a:t>
            </a:r>
            <a:endParaRPr lang="en-IN" dirty="0"/>
          </a:p>
        </p:txBody>
      </p:sp>
      <p:pic>
        <p:nvPicPr>
          <p:cNvPr id="9" name="Picture Placeholder 8">
            <a:extLst>
              <a:ext uri="{FF2B5EF4-FFF2-40B4-BE49-F238E27FC236}">
                <a16:creationId xmlns:a16="http://schemas.microsoft.com/office/drawing/2014/main" id="{D81014F4-EF79-4895-5730-08DB0BBE2069}"/>
              </a:ext>
            </a:extLst>
          </p:cNvPr>
          <p:cNvPicPr>
            <a:picLocks noGrp="1" noChangeAspect="1"/>
          </p:cNvPicPr>
          <p:nvPr>
            <p:ph type="pic" idx="2"/>
          </p:nvPr>
        </p:nvPicPr>
        <p:blipFill>
          <a:blip r:embed="rId2">
            <a:extLst>
              <a:ext uri="{28A0092B-C50C-407E-A947-70E740481C1C}">
                <a14:useLocalDpi xmlns:a14="http://schemas.microsoft.com/office/drawing/2010/main" val="0"/>
              </a:ext>
            </a:extLst>
          </a:blip>
          <a:srcRect l="3877" r="3877"/>
          <a:stretch>
            <a:fillRect/>
          </a:stretch>
        </p:blipFill>
        <p:spPr>
          <a:xfrm>
            <a:off x="950833" y="1123422"/>
            <a:ext cx="10290000" cy="5734577"/>
          </a:xfrm>
        </p:spPr>
      </p:pic>
    </p:spTree>
    <p:extLst>
      <p:ext uri="{BB962C8B-B14F-4D97-AF65-F5344CB8AC3E}">
        <p14:creationId xmlns:p14="http://schemas.microsoft.com/office/powerpoint/2010/main" val="3209682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C6C6E9E-F86A-06E2-AFFC-87A787B8DB61}"/>
              </a:ext>
            </a:extLst>
          </p:cNvPr>
          <p:cNvSpPr>
            <a:spLocks noGrp="1"/>
          </p:cNvSpPr>
          <p:nvPr>
            <p:ph type="title"/>
          </p:nvPr>
        </p:nvSpPr>
        <p:spPr>
          <a:xfrm>
            <a:off x="1298917" y="2650295"/>
            <a:ext cx="1112098" cy="596800"/>
          </a:xfrm>
        </p:spPr>
        <p:txBody>
          <a:bodyPr/>
          <a:lstStyle/>
          <a:p>
            <a:r>
              <a:rPr lang="en-US" dirty="0"/>
              <a:t>3000</a:t>
            </a:r>
            <a:endParaRPr lang="en-IN" dirty="0"/>
          </a:p>
        </p:txBody>
      </p:sp>
      <p:sp>
        <p:nvSpPr>
          <p:cNvPr id="7" name="Title 6">
            <a:extLst>
              <a:ext uri="{FF2B5EF4-FFF2-40B4-BE49-F238E27FC236}">
                <a16:creationId xmlns:a16="http://schemas.microsoft.com/office/drawing/2014/main" id="{716DB9D3-E3A9-0BA6-2321-00CA3E69BED5}"/>
              </a:ext>
            </a:extLst>
          </p:cNvPr>
          <p:cNvSpPr>
            <a:spLocks noGrp="1"/>
          </p:cNvSpPr>
          <p:nvPr>
            <p:ph type="title" idx="5"/>
          </p:nvPr>
        </p:nvSpPr>
        <p:spPr/>
        <p:txBody>
          <a:bodyPr/>
          <a:lstStyle/>
          <a:p>
            <a:r>
              <a:rPr lang="en-IN" dirty="0"/>
              <a:t>Ford</a:t>
            </a:r>
          </a:p>
        </p:txBody>
      </p:sp>
      <p:sp>
        <p:nvSpPr>
          <p:cNvPr id="8" name="Title 7">
            <a:extLst>
              <a:ext uri="{FF2B5EF4-FFF2-40B4-BE49-F238E27FC236}">
                <a16:creationId xmlns:a16="http://schemas.microsoft.com/office/drawing/2014/main" id="{DEAA838F-4812-5581-7B8D-3C28EA774241}"/>
              </a:ext>
            </a:extLst>
          </p:cNvPr>
          <p:cNvSpPr>
            <a:spLocks noGrp="1"/>
          </p:cNvSpPr>
          <p:nvPr>
            <p:ph type="title" idx="6"/>
          </p:nvPr>
        </p:nvSpPr>
        <p:spPr>
          <a:xfrm>
            <a:off x="5840360" y="2651144"/>
            <a:ext cx="2389239" cy="595200"/>
          </a:xfrm>
        </p:spPr>
        <p:txBody>
          <a:bodyPr/>
          <a:lstStyle/>
          <a:p>
            <a:r>
              <a:rPr lang="en-IN" dirty="0"/>
              <a:t>$66,671,114</a:t>
            </a:r>
          </a:p>
        </p:txBody>
      </p:sp>
      <p:sp>
        <p:nvSpPr>
          <p:cNvPr id="9" name="Title 8">
            <a:extLst>
              <a:ext uri="{FF2B5EF4-FFF2-40B4-BE49-F238E27FC236}">
                <a16:creationId xmlns:a16="http://schemas.microsoft.com/office/drawing/2014/main" id="{2B08E26C-A2FB-9EFC-D047-2F58E12552EB}"/>
              </a:ext>
            </a:extLst>
          </p:cNvPr>
          <p:cNvSpPr>
            <a:spLocks noGrp="1"/>
          </p:cNvSpPr>
          <p:nvPr>
            <p:ph type="title" idx="7"/>
          </p:nvPr>
        </p:nvSpPr>
        <p:spPr/>
        <p:txBody>
          <a:bodyPr/>
          <a:lstStyle/>
          <a:p>
            <a:r>
              <a:rPr lang="en-US" dirty="0"/>
              <a:t>kia</a:t>
            </a:r>
            <a:endParaRPr lang="en-IN" dirty="0"/>
          </a:p>
        </p:txBody>
      </p:sp>
      <p:sp>
        <p:nvSpPr>
          <p:cNvPr id="10" name="Subtitle 9">
            <a:extLst>
              <a:ext uri="{FF2B5EF4-FFF2-40B4-BE49-F238E27FC236}">
                <a16:creationId xmlns:a16="http://schemas.microsoft.com/office/drawing/2014/main" id="{EAC216D2-0402-3C55-58DC-ACD7A98A239F}"/>
              </a:ext>
            </a:extLst>
          </p:cNvPr>
          <p:cNvSpPr>
            <a:spLocks noGrp="1"/>
          </p:cNvSpPr>
          <p:nvPr>
            <p:ph type="subTitle" idx="8"/>
          </p:nvPr>
        </p:nvSpPr>
        <p:spPr>
          <a:xfrm>
            <a:off x="2408215" y="2406594"/>
            <a:ext cx="3175200" cy="1005200"/>
          </a:xfrm>
        </p:spPr>
        <p:txBody>
          <a:bodyPr/>
          <a:lstStyle/>
          <a:p>
            <a:r>
              <a:rPr lang="en-IN" dirty="0"/>
              <a:t>Total Vehicle Sales</a:t>
            </a:r>
          </a:p>
        </p:txBody>
      </p:sp>
      <p:sp>
        <p:nvSpPr>
          <p:cNvPr id="11" name="Subtitle 10">
            <a:extLst>
              <a:ext uri="{FF2B5EF4-FFF2-40B4-BE49-F238E27FC236}">
                <a16:creationId xmlns:a16="http://schemas.microsoft.com/office/drawing/2014/main" id="{799E3C60-0178-C8AB-788E-1A03B47EB94F}"/>
              </a:ext>
            </a:extLst>
          </p:cNvPr>
          <p:cNvSpPr>
            <a:spLocks noGrp="1"/>
          </p:cNvSpPr>
          <p:nvPr>
            <p:ph type="subTitle" idx="9"/>
          </p:nvPr>
        </p:nvSpPr>
        <p:spPr>
          <a:xfrm>
            <a:off x="2408215" y="4168632"/>
            <a:ext cx="3175200" cy="1005200"/>
          </a:xfrm>
        </p:spPr>
        <p:txBody>
          <a:bodyPr/>
          <a:lstStyle/>
          <a:p>
            <a:r>
              <a:rPr lang="en-IN" dirty="0"/>
              <a:t>Market Leader</a:t>
            </a:r>
          </a:p>
        </p:txBody>
      </p:sp>
      <p:sp>
        <p:nvSpPr>
          <p:cNvPr id="12" name="Subtitle 11">
            <a:extLst>
              <a:ext uri="{FF2B5EF4-FFF2-40B4-BE49-F238E27FC236}">
                <a16:creationId xmlns:a16="http://schemas.microsoft.com/office/drawing/2014/main" id="{B853C3B7-082C-71ED-925A-1ED13EE967E2}"/>
              </a:ext>
            </a:extLst>
          </p:cNvPr>
          <p:cNvSpPr>
            <a:spLocks noGrp="1"/>
          </p:cNvSpPr>
          <p:nvPr>
            <p:ph type="subTitle" idx="13"/>
          </p:nvPr>
        </p:nvSpPr>
        <p:spPr>
          <a:xfrm>
            <a:off x="8119154" y="2411510"/>
            <a:ext cx="3175200" cy="1005200"/>
          </a:xfrm>
        </p:spPr>
        <p:txBody>
          <a:bodyPr/>
          <a:lstStyle/>
          <a:p>
            <a:r>
              <a:rPr lang="en-IN" dirty="0"/>
              <a:t>Total Revenue</a:t>
            </a:r>
          </a:p>
        </p:txBody>
      </p:sp>
      <p:sp>
        <p:nvSpPr>
          <p:cNvPr id="13" name="Subtitle 12">
            <a:extLst>
              <a:ext uri="{FF2B5EF4-FFF2-40B4-BE49-F238E27FC236}">
                <a16:creationId xmlns:a16="http://schemas.microsoft.com/office/drawing/2014/main" id="{605BCF63-39A6-A13F-72D8-D325136ECC75}"/>
              </a:ext>
            </a:extLst>
          </p:cNvPr>
          <p:cNvSpPr>
            <a:spLocks noGrp="1"/>
          </p:cNvSpPr>
          <p:nvPr>
            <p:ph type="subTitle" idx="14"/>
          </p:nvPr>
        </p:nvSpPr>
        <p:spPr>
          <a:xfrm>
            <a:off x="7446901" y="4168632"/>
            <a:ext cx="3175200" cy="1005200"/>
          </a:xfrm>
        </p:spPr>
        <p:txBody>
          <a:bodyPr/>
          <a:lstStyle/>
          <a:p>
            <a:r>
              <a:rPr lang="en-IN" dirty="0"/>
              <a:t>Market Laggard</a:t>
            </a:r>
          </a:p>
        </p:txBody>
      </p:sp>
      <p:sp>
        <p:nvSpPr>
          <p:cNvPr id="14" name="Title 13">
            <a:extLst>
              <a:ext uri="{FF2B5EF4-FFF2-40B4-BE49-F238E27FC236}">
                <a16:creationId xmlns:a16="http://schemas.microsoft.com/office/drawing/2014/main" id="{17180C90-92D4-F2D6-B768-BDF45593EAF9}"/>
              </a:ext>
            </a:extLst>
          </p:cNvPr>
          <p:cNvSpPr>
            <a:spLocks noGrp="1"/>
          </p:cNvSpPr>
          <p:nvPr>
            <p:ph type="title" idx="15"/>
          </p:nvPr>
        </p:nvSpPr>
        <p:spPr/>
        <p:txBody>
          <a:bodyPr/>
          <a:lstStyle/>
          <a:p>
            <a:r>
              <a:rPr lang="en-US" u="sng" dirty="0"/>
              <a:t>KPIs(</a:t>
            </a:r>
            <a:r>
              <a:rPr lang="en-IN" u="sng" dirty="0"/>
              <a:t>Key Performance Indicators</a:t>
            </a:r>
            <a:r>
              <a:rPr lang="en-US" u="sng" dirty="0"/>
              <a:t>)</a:t>
            </a:r>
            <a:endParaRPr lang="en-IN" u="sng" dirty="0"/>
          </a:p>
        </p:txBody>
      </p:sp>
    </p:spTree>
    <p:extLst>
      <p:ext uri="{BB962C8B-B14F-4D97-AF65-F5344CB8AC3E}">
        <p14:creationId xmlns:p14="http://schemas.microsoft.com/office/powerpoint/2010/main" val="1032918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DDE2EE-1F1C-18CD-2A81-206360F86CB7}"/>
              </a:ext>
            </a:extLst>
          </p:cNvPr>
          <p:cNvSpPr txBox="1"/>
          <p:nvPr/>
        </p:nvSpPr>
        <p:spPr>
          <a:xfrm>
            <a:off x="943897" y="1120877"/>
            <a:ext cx="5968180" cy="461665"/>
          </a:xfrm>
          <a:prstGeom prst="rect">
            <a:avLst/>
          </a:prstGeom>
          <a:noFill/>
        </p:spPr>
        <p:txBody>
          <a:bodyPr wrap="square" rtlCol="0">
            <a:spAutoFit/>
          </a:bodyPr>
          <a:lstStyle/>
          <a:p>
            <a:r>
              <a:rPr lang="en-IN" sz="2400" b="1" dirty="0"/>
              <a:t>Analysis with Strategic Solutions</a:t>
            </a:r>
          </a:p>
        </p:txBody>
      </p:sp>
      <p:sp>
        <p:nvSpPr>
          <p:cNvPr id="4" name="TextBox 3">
            <a:extLst>
              <a:ext uri="{FF2B5EF4-FFF2-40B4-BE49-F238E27FC236}">
                <a16:creationId xmlns:a16="http://schemas.microsoft.com/office/drawing/2014/main" id="{67233BD3-C9B7-6599-EF95-FE1CD3B33C9F}"/>
              </a:ext>
            </a:extLst>
          </p:cNvPr>
          <p:cNvSpPr txBox="1"/>
          <p:nvPr/>
        </p:nvSpPr>
        <p:spPr>
          <a:xfrm>
            <a:off x="943896" y="1582542"/>
            <a:ext cx="8976851" cy="4899868"/>
          </a:xfrm>
          <a:prstGeom prst="rect">
            <a:avLst/>
          </a:prstGeom>
          <a:noFill/>
        </p:spPr>
        <p:txBody>
          <a:bodyPr wrap="square" rtlCol="0">
            <a:spAutoFit/>
          </a:bodyPr>
          <a:lstStyle/>
          <a:p>
            <a:pPr>
              <a:lnSpc>
                <a:spcPct val="150000"/>
              </a:lnSpc>
            </a:pPr>
            <a:r>
              <a:rPr lang="en-IN" b="1" u="sng" dirty="0"/>
              <a:t>1. Sales Volume Optimization</a:t>
            </a:r>
          </a:p>
          <a:p>
            <a:pPr marL="285750" indent="-285750">
              <a:lnSpc>
                <a:spcPct val="150000"/>
              </a:lnSpc>
              <a:buFont typeface="Wingdings" panose="05000000000000000000" pitchFamily="2" charset="2"/>
              <a:buChar char="§"/>
            </a:pPr>
            <a:r>
              <a:rPr lang="en-IN" b="1" dirty="0"/>
              <a:t>Current State</a:t>
            </a:r>
            <a:r>
              <a:rPr lang="en-IN" dirty="0"/>
              <a:t>: Ford leads with highest sales volume</a:t>
            </a:r>
          </a:p>
          <a:p>
            <a:pPr marL="285750" indent="-285750">
              <a:lnSpc>
                <a:spcPct val="150000"/>
              </a:lnSpc>
              <a:buFont typeface="Wingdings" panose="05000000000000000000" pitchFamily="2" charset="2"/>
              <a:buChar char="§"/>
            </a:pPr>
            <a:r>
              <a:rPr lang="en-IN" b="1" dirty="0"/>
              <a:t>Challenge</a:t>
            </a:r>
            <a:r>
              <a:rPr lang="en-IN" dirty="0"/>
              <a:t>: Kia significantly underperforming in market penetration</a:t>
            </a:r>
          </a:p>
          <a:p>
            <a:pPr marL="285750" indent="-285750">
              <a:lnSpc>
                <a:spcPct val="150000"/>
              </a:lnSpc>
              <a:buFont typeface="Wingdings" panose="05000000000000000000" pitchFamily="2" charset="2"/>
              <a:buChar char="§"/>
            </a:pPr>
            <a:r>
              <a:rPr lang="en-IN" b="1" dirty="0"/>
              <a:t>Solution</a:t>
            </a:r>
            <a:r>
              <a:rPr lang="en-IN" dirty="0"/>
              <a:t>: </a:t>
            </a:r>
          </a:p>
          <a:p>
            <a:pPr marL="285750" lvl="1" indent="-285750">
              <a:lnSpc>
                <a:spcPct val="150000"/>
              </a:lnSpc>
              <a:buFont typeface="Wingdings" panose="05000000000000000000" pitchFamily="2" charset="2"/>
              <a:buChar char="§"/>
            </a:pPr>
            <a:r>
              <a:rPr lang="en-IN" dirty="0"/>
              <a:t>Implement targeted marketing campaigns for underperforming brands</a:t>
            </a:r>
          </a:p>
          <a:p>
            <a:pPr marL="285750" lvl="1" indent="-285750">
              <a:lnSpc>
                <a:spcPct val="150000"/>
              </a:lnSpc>
              <a:buFont typeface="Wingdings" panose="05000000000000000000" pitchFamily="2" charset="2"/>
              <a:buChar char="§"/>
            </a:pPr>
            <a:r>
              <a:rPr lang="en-IN" dirty="0" err="1"/>
              <a:t>Analyze</a:t>
            </a:r>
            <a:r>
              <a:rPr lang="en-IN" dirty="0"/>
              <a:t> Ford's success factors and replicate across portfolio</a:t>
            </a:r>
          </a:p>
          <a:p>
            <a:pPr marL="285750" lvl="1" indent="-285750">
              <a:lnSpc>
                <a:spcPct val="150000"/>
              </a:lnSpc>
              <a:buFont typeface="Wingdings" panose="05000000000000000000" pitchFamily="2" charset="2"/>
              <a:buChar char="§"/>
            </a:pPr>
            <a:r>
              <a:rPr lang="en-IN" dirty="0"/>
              <a:t>Focus on regional expansion in high-potential markets</a:t>
            </a:r>
          </a:p>
          <a:p>
            <a:pPr>
              <a:lnSpc>
                <a:spcPct val="150000"/>
              </a:lnSpc>
            </a:pPr>
            <a:r>
              <a:rPr lang="en-IN" b="1" u="sng" dirty="0"/>
              <a:t>2. Revenue Enhancement</a:t>
            </a:r>
          </a:p>
          <a:p>
            <a:pPr marL="285750" indent="-285750">
              <a:lnSpc>
                <a:spcPct val="150000"/>
              </a:lnSpc>
              <a:buFont typeface="Wingdings" panose="05000000000000000000" pitchFamily="2" charset="2"/>
              <a:buChar char="§"/>
            </a:pPr>
            <a:r>
              <a:rPr lang="en-IN" b="1" dirty="0"/>
              <a:t>Current State</a:t>
            </a:r>
            <a:r>
              <a:rPr lang="en-IN" dirty="0"/>
              <a:t>: $66.67M total revenue generated</a:t>
            </a:r>
          </a:p>
          <a:p>
            <a:pPr marL="285750" indent="-285750">
              <a:lnSpc>
                <a:spcPct val="150000"/>
              </a:lnSpc>
              <a:buFont typeface="Wingdings" panose="05000000000000000000" pitchFamily="2" charset="2"/>
              <a:buChar char="§"/>
            </a:pPr>
            <a:r>
              <a:rPr lang="en-IN" b="1" dirty="0"/>
              <a:t>Opportunity</a:t>
            </a:r>
            <a:r>
              <a:rPr lang="en-IN" dirty="0"/>
              <a:t>: Premium pricing strategy showing strong results</a:t>
            </a:r>
          </a:p>
          <a:p>
            <a:pPr marL="285750" indent="-285750">
              <a:lnSpc>
                <a:spcPct val="150000"/>
              </a:lnSpc>
              <a:buFont typeface="Wingdings" panose="05000000000000000000" pitchFamily="2" charset="2"/>
              <a:buChar char="§"/>
            </a:pPr>
            <a:r>
              <a:rPr lang="en-IN" b="1" dirty="0"/>
              <a:t>Solution</a:t>
            </a:r>
            <a:r>
              <a:rPr lang="en-IN" dirty="0"/>
              <a:t>: </a:t>
            </a:r>
          </a:p>
          <a:p>
            <a:pPr marL="285750" lvl="1" indent="-285750">
              <a:lnSpc>
                <a:spcPct val="150000"/>
              </a:lnSpc>
              <a:buFont typeface="Wingdings" panose="05000000000000000000" pitchFamily="2" charset="2"/>
              <a:buChar char="§"/>
            </a:pPr>
            <a:r>
              <a:rPr lang="en-IN" dirty="0"/>
              <a:t>Develop tiered pricing models for different market segments</a:t>
            </a:r>
          </a:p>
          <a:p>
            <a:pPr marL="285750" lvl="1" indent="-285750">
              <a:lnSpc>
                <a:spcPct val="150000"/>
              </a:lnSpc>
              <a:buFont typeface="Wingdings" panose="05000000000000000000" pitchFamily="2" charset="2"/>
              <a:buChar char="§"/>
            </a:pPr>
            <a:r>
              <a:rPr lang="en-IN" dirty="0"/>
              <a:t>Focus on high-value vehicle categories (SUV/Truck segments)</a:t>
            </a:r>
          </a:p>
          <a:p>
            <a:pPr marL="285750" lvl="1" indent="-285750">
              <a:lnSpc>
                <a:spcPct val="150000"/>
              </a:lnSpc>
              <a:buFont typeface="Wingdings" panose="05000000000000000000" pitchFamily="2" charset="2"/>
              <a:buChar char="§"/>
            </a:pPr>
            <a:r>
              <a:rPr lang="en-IN" dirty="0"/>
              <a:t>Implement dynamic pricing based on regional demand</a:t>
            </a:r>
          </a:p>
          <a:p>
            <a:pPr>
              <a:lnSpc>
                <a:spcPct val="150000"/>
              </a:lnSpc>
            </a:pPr>
            <a:endParaRPr lang="en-IN" dirty="0"/>
          </a:p>
        </p:txBody>
      </p:sp>
    </p:spTree>
    <p:extLst>
      <p:ext uri="{BB962C8B-B14F-4D97-AF65-F5344CB8AC3E}">
        <p14:creationId xmlns:p14="http://schemas.microsoft.com/office/powerpoint/2010/main" val="3838764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D00EC-8DF0-4D9A-748A-266361804C4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9016CEB-396B-D4F7-8F0A-F64DA171ABC9}"/>
              </a:ext>
            </a:extLst>
          </p:cNvPr>
          <p:cNvSpPr txBox="1"/>
          <p:nvPr/>
        </p:nvSpPr>
        <p:spPr>
          <a:xfrm>
            <a:off x="943896" y="1582542"/>
            <a:ext cx="8976851" cy="4899868"/>
          </a:xfrm>
          <a:prstGeom prst="rect">
            <a:avLst/>
          </a:prstGeom>
          <a:noFill/>
        </p:spPr>
        <p:txBody>
          <a:bodyPr wrap="square" rtlCol="0">
            <a:spAutoFit/>
          </a:bodyPr>
          <a:lstStyle/>
          <a:p>
            <a:pPr>
              <a:lnSpc>
                <a:spcPct val="150000"/>
              </a:lnSpc>
            </a:pPr>
            <a:r>
              <a:rPr lang="en-US" b="1" u="sng" dirty="0"/>
              <a:t>3. Technical Performance Improvement</a:t>
            </a:r>
          </a:p>
          <a:p>
            <a:pPr marL="285750" indent="-285750">
              <a:lnSpc>
                <a:spcPct val="150000"/>
              </a:lnSpc>
              <a:buFont typeface="Wingdings" panose="05000000000000000000" pitchFamily="2" charset="2"/>
              <a:buChar char="§"/>
            </a:pPr>
            <a:r>
              <a:rPr lang="en-US" b="1" dirty="0"/>
              <a:t>Current State</a:t>
            </a:r>
            <a:r>
              <a:rPr lang="en-US" dirty="0"/>
              <a:t>: Battery health averaging 85.5% with declining trend</a:t>
            </a:r>
          </a:p>
          <a:p>
            <a:pPr marL="285750" indent="-285750">
              <a:lnSpc>
                <a:spcPct val="150000"/>
              </a:lnSpc>
              <a:buFont typeface="Wingdings" panose="05000000000000000000" pitchFamily="2" charset="2"/>
              <a:buChar char="§"/>
            </a:pPr>
            <a:r>
              <a:rPr lang="en-US" b="1" dirty="0"/>
              <a:t>Challenge</a:t>
            </a:r>
            <a:r>
              <a:rPr lang="en-US" dirty="0"/>
              <a:t>: Battery degradation impacting long-term value proposition</a:t>
            </a:r>
          </a:p>
          <a:p>
            <a:pPr marL="285750" indent="-285750">
              <a:lnSpc>
                <a:spcPct val="150000"/>
              </a:lnSpc>
              <a:buFont typeface="Wingdings" panose="05000000000000000000" pitchFamily="2" charset="2"/>
              <a:buChar char="§"/>
            </a:pPr>
            <a:r>
              <a:rPr lang="en-US" b="1" dirty="0"/>
              <a:t>Solution</a:t>
            </a:r>
            <a:r>
              <a:rPr lang="en-US" dirty="0"/>
              <a:t>: </a:t>
            </a:r>
          </a:p>
          <a:p>
            <a:pPr marL="285750" lvl="1" indent="-285750">
              <a:lnSpc>
                <a:spcPct val="150000"/>
              </a:lnSpc>
              <a:buFont typeface="Wingdings" panose="05000000000000000000" pitchFamily="2" charset="2"/>
              <a:buChar char="§"/>
            </a:pPr>
            <a:r>
              <a:rPr lang="en-US" dirty="0"/>
              <a:t>Invest in next-generation battery technology</a:t>
            </a:r>
          </a:p>
          <a:p>
            <a:pPr marL="285750" lvl="1" indent="-285750">
              <a:lnSpc>
                <a:spcPct val="150000"/>
              </a:lnSpc>
              <a:buFont typeface="Wingdings" panose="05000000000000000000" pitchFamily="2" charset="2"/>
              <a:buChar char="§"/>
            </a:pPr>
            <a:r>
              <a:rPr lang="en-US" dirty="0"/>
              <a:t>Implement predictive maintenance programs</a:t>
            </a:r>
          </a:p>
          <a:p>
            <a:pPr marL="285750" lvl="1" indent="-285750">
              <a:lnSpc>
                <a:spcPct val="150000"/>
              </a:lnSpc>
              <a:buFont typeface="Wingdings" panose="05000000000000000000" pitchFamily="2" charset="2"/>
              <a:buChar char="§"/>
            </a:pPr>
            <a:r>
              <a:rPr lang="en-US" dirty="0"/>
              <a:t>Develop battery health monitoring systems</a:t>
            </a:r>
          </a:p>
          <a:p>
            <a:pPr>
              <a:lnSpc>
                <a:spcPct val="150000"/>
              </a:lnSpc>
            </a:pPr>
            <a:r>
              <a:rPr lang="en-US" b="1" u="sng" dirty="0"/>
              <a:t>4. Market Share Expansion</a:t>
            </a:r>
          </a:p>
          <a:p>
            <a:pPr marL="285750" indent="-285750">
              <a:lnSpc>
                <a:spcPct val="150000"/>
              </a:lnSpc>
              <a:buFont typeface="Wingdings" panose="05000000000000000000" pitchFamily="2" charset="2"/>
              <a:buChar char="§"/>
            </a:pPr>
            <a:r>
              <a:rPr lang="en-US" b="1" dirty="0"/>
              <a:t>Current State</a:t>
            </a:r>
            <a:r>
              <a:rPr lang="en-US" dirty="0"/>
              <a:t>: Regional performance varies significantly</a:t>
            </a:r>
          </a:p>
          <a:p>
            <a:pPr marL="285750" indent="-285750">
              <a:lnSpc>
                <a:spcPct val="150000"/>
              </a:lnSpc>
              <a:buFont typeface="Wingdings" panose="05000000000000000000" pitchFamily="2" charset="2"/>
              <a:buChar char="§"/>
            </a:pPr>
            <a:r>
              <a:rPr lang="en-US" b="1" dirty="0"/>
              <a:t>Opportunity</a:t>
            </a:r>
            <a:r>
              <a:rPr lang="en-US" dirty="0"/>
              <a:t>: North America and Europe showing strong growth</a:t>
            </a:r>
          </a:p>
          <a:p>
            <a:pPr marL="285750" indent="-285750">
              <a:lnSpc>
                <a:spcPct val="150000"/>
              </a:lnSpc>
              <a:buFont typeface="Wingdings" panose="05000000000000000000" pitchFamily="2" charset="2"/>
              <a:buChar char="§"/>
            </a:pPr>
            <a:r>
              <a:rPr lang="en-US" b="1" dirty="0"/>
              <a:t>Solution</a:t>
            </a:r>
            <a:r>
              <a:rPr lang="en-US" dirty="0"/>
              <a:t>: </a:t>
            </a:r>
          </a:p>
          <a:p>
            <a:pPr marL="285750" lvl="1" indent="-285750">
              <a:lnSpc>
                <a:spcPct val="150000"/>
              </a:lnSpc>
              <a:buFont typeface="Wingdings" panose="05000000000000000000" pitchFamily="2" charset="2"/>
              <a:buChar char="§"/>
            </a:pPr>
            <a:r>
              <a:rPr lang="en-US" dirty="0"/>
              <a:t>Localize product offerings for regional preferences</a:t>
            </a:r>
          </a:p>
          <a:p>
            <a:pPr marL="285750" lvl="1" indent="-285750">
              <a:lnSpc>
                <a:spcPct val="150000"/>
              </a:lnSpc>
              <a:buFont typeface="Wingdings" panose="05000000000000000000" pitchFamily="2" charset="2"/>
              <a:buChar char="§"/>
            </a:pPr>
            <a:r>
              <a:rPr lang="en-US" dirty="0"/>
              <a:t>Establish strategic partnerships in emerging markets</a:t>
            </a:r>
          </a:p>
          <a:p>
            <a:pPr marL="285750" lvl="1" indent="-285750">
              <a:lnSpc>
                <a:spcPct val="150000"/>
              </a:lnSpc>
              <a:buFont typeface="Wingdings" panose="05000000000000000000" pitchFamily="2" charset="2"/>
              <a:buChar char="§"/>
            </a:pPr>
            <a:r>
              <a:rPr lang="en-US" dirty="0"/>
              <a:t>Develop region-specific charging infrastructure</a:t>
            </a:r>
          </a:p>
          <a:p>
            <a:pPr>
              <a:lnSpc>
                <a:spcPct val="150000"/>
              </a:lnSpc>
            </a:pPr>
            <a:endParaRPr lang="en-IN" dirty="0"/>
          </a:p>
        </p:txBody>
      </p:sp>
    </p:spTree>
    <p:extLst>
      <p:ext uri="{BB962C8B-B14F-4D97-AF65-F5344CB8AC3E}">
        <p14:creationId xmlns:p14="http://schemas.microsoft.com/office/powerpoint/2010/main" val="4039945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32F7A1-EC0F-53CB-3968-F6DCE3F29DB0}"/>
              </a:ext>
            </a:extLst>
          </p:cNvPr>
          <p:cNvSpPr txBox="1"/>
          <p:nvPr/>
        </p:nvSpPr>
        <p:spPr>
          <a:xfrm>
            <a:off x="845574" y="1140542"/>
            <a:ext cx="6037007" cy="461665"/>
          </a:xfrm>
          <a:prstGeom prst="rect">
            <a:avLst/>
          </a:prstGeom>
          <a:noFill/>
        </p:spPr>
        <p:txBody>
          <a:bodyPr wrap="square" rtlCol="0">
            <a:spAutoFit/>
          </a:bodyPr>
          <a:lstStyle/>
          <a:p>
            <a:r>
              <a:rPr lang="en-US" sz="2400" b="1" dirty="0"/>
              <a:t>Performance Analysis</a:t>
            </a:r>
            <a:endParaRPr lang="en-IN" sz="2400" b="1" dirty="0"/>
          </a:p>
        </p:txBody>
      </p:sp>
      <p:sp>
        <p:nvSpPr>
          <p:cNvPr id="3" name="TextBox 2">
            <a:extLst>
              <a:ext uri="{FF2B5EF4-FFF2-40B4-BE49-F238E27FC236}">
                <a16:creationId xmlns:a16="http://schemas.microsoft.com/office/drawing/2014/main" id="{A17B4761-F66F-B94D-B573-D9DE2E6E38FE}"/>
              </a:ext>
            </a:extLst>
          </p:cNvPr>
          <p:cNvSpPr txBox="1"/>
          <p:nvPr/>
        </p:nvSpPr>
        <p:spPr>
          <a:xfrm>
            <a:off x="914400" y="1720645"/>
            <a:ext cx="9026013" cy="5016758"/>
          </a:xfrm>
          <a:prstGeom prst="rect">
            <a:avLst/>
          </a:prstGeom>
          <a:noFill/>
        </p:spPr>
        <p:txBody>
          <a:bodyPr wrap="square" rtlCol="0">
            <a:spAutoFit/>
          </a:bodyPr>
          <a:lstStyle/>
          <a:p>
            <a:r>
              <a:rPr lang="en-US" sz="1600" dirty="0"/>
              <a:t>The dashboard reveals significant performance variations across manufacturers:</a:t>
            </a:r>
          </a:p>
          <a:p>
            <a:pPr marL="342900" indent="-342900">
              <a:lnSpc>
                <a:spcPct val="300000"/>
              </a:lnSpc>
              <a:buFont typeface="+mj-lt"/>
              <a:buAutoNum type="arabicPeriod"/>
            </a:pPr>
            <a:r>
              <a:rPr lang="en-US" sz="1600" b="1" dirty="0"/>
              <a:t>Acceleration Performance</a:t>
            </a:r>
            <a:r>
              <a:rPr lang="en-US" sz="1600" dirty="0"/>
              <a:t>: Consistent 6.6-6.8 second range across brands</a:t>
            </a:r>
          </a:p>
          <a:p>
            <a:pPr marL="342900" indent="-342900">
              <a:lnSpc>
                <a:spcPct val="300000"/>
              </a:lnSpc>
              <a:buFont typeface="+mj-lt"/>
              <a:buAutoNum type="arabicPeriod"/>
            </a:pPr>
            <a:r>
              <a:rPr lang="en-US" sz="1600" b="1" dirty="0"/>
              <a:t>Battery Health</a:t>
            </a:r>
            <a:r>
              <a:rPr lang="en-US" sz="1600" dirty="0"/>
              <a:t>: Slight variations (84-86%) indicating similar technology maturity</a:t>
            </a:r>
          </a:p>
          <a:p>
            <a:pPr marL="342900" indent="-342900">
              <a:lnSpc>
                <a:spcPct val="200000"/>
              </a:lnSpc>
              <a:buFont typeface="+mj-lt"/>
              <a:buAutoNum type="arabicPeriod"/>
            </a:pPr>
            <a:r>
              <a:rPr lang="en-US" sz="1600" b="1" dirty="0"/>
              <a:t>Range Capabilities</a:t>
            </a:r>
            <a:r>
              <a:rPr lang="en-US" sz="1600" dirty="0"/>
              <a:t>: Competitive parity with 360-380km average range</a:t>
            </a:r>
          </a:p>
          <a:p>
            <a:pPr marL="342900" indent="-342900">
              <a:lnSpc>
                <a:spcPct val="200000"/>
              </a:lnSpc>
              <a:buFont typeface="+mj-lt"/>
              <a:buAutoNum type="arabicPeriod"/>
            </a:pPr>
            <a:r>
              <a:rPr lang="en-US" sz="1600" b="1" dirty="0"/>
              <a:t>Battery health from 2015-2024 show:</a:t>
            </a:r>
            <a:endParaRPr lang="en-US" sz="1600" dirty="0"/>
          </a:p>
          <a:p>
            <a:pPr marL="285750" indent="-285750">
              <a:lnSpc>
                <a:spcPct val="200000"/>
              </a:lnSpc>
              <a:buFont typeface="Wingdings" panose="05000000000000000000" pitchFamily="2" charset="2"/>
              <a:buChar char="§"/>
            </a:pPr>
            <a:r>
              <a:rPr lang="en-US" sz="1600" dirty="0"/>
              <a:t>Initial improvement from 2015-2019</a:t>
            </a:r>
          </a:p>
          <a:p>
            <a:pPr marL="285750" indent="-285750">
              <a:lnSpc>
                <a:spcPct val="200000"/>
              </a:lnSpc>
              <a:buFont typeface="Wingdings" panose="05000000000000000000" pitchFamily="2" charset="2"/>
              <a:buChar char="§"/>
            </a:pPr>
            <a:r>
              <a:rPr lang="en-US" sz="1600" dirty="0"/>
              <a:t>Peak performance around 2019-2020</a:t>
            </a:r>
          </a:p>
          <a:p>
            <a:pPr marL="285750" indent="-285750">
              <a:lnSpc>
                <a:spcPct val="200000"/>
              </a:lnSpc>
              <a:buFont typeface="Wingdings" panose="05000000000000000000" pitchFamily="2" charset="2"/>
              <a:buChar char="§"/>
            </a:pPr>
            <a:r>
              <a:rPr lang="en-US" sz="1600" dirty="0"/>
              <a:t>Slight decline in recent years requiring attention</a:t>
            </a:r>
          </a:p>
          <a:p>
            <a:pPr marL="342900" indent="-342900">
              <a:lnSpc>
                <a:spcPct val="200000"/>
              </a:lnSpc>
              <a:buFont typeface="+mj-lt"/>
              <a:buAutoNum type="arabicPeriod"/>
            </a:pPr>
            <a:endParaRPr lang="en-US" sz="1600" dirty="0"/>
          </a:p>
          <a:p>
            <a:endParaRPr lang="en-IN" sz="1600" dirty="0"/>
          </a:p>
        </p:txBody>
      </p:sp>
    </p:spTree>
    <p:extLst>
      <p:ext uri="{BB962C8B-B14F-4D97-AF65-F5344CB8AC3E}">
        <p14:creationId xmlns:p14="http://schemas.microsoft.com/office/powerpoint/2010/main" val="2568164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9696D-6849-5072-CDE1-F8AD62975D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52A911-4346-8070-2D16-72BFD816C2BD}"/>
              </a:ext>
            </a:extLst>
          </p:cNvPr>
          <p:cNvSpPr txBox="1"/>
          <p:nvPr/>
        </p:nvSpPr>
        <p:spPr>
          <a:xfrm>
            <a:off x="845574" y="1140542"/>
            <a:ext cx="6037007" cy="461665"/>
          </a:xfrm>
          <a:prstGeom prst="rect">
            <a:avLst/>
          </a:prstGeom>
          <a:noFill/>
        </p:spPr>
        <p:txBody>
          <a:bodyPr wrap="square" rtlCol="0">
            <a:spAutoFit/>
          </a:bodyPr>
          <a:lstStyle/>
          <a:p>
            <a:r>
              <a:rPr lang="en-US" sz="2400" b="1" dirty="0"/>
              <a:t>Strategic recommendations</a:t>
            </a:r>
            <a:endParaRPr lang="en-IN" sz="2400" b="1" dirty="0"/>
          </a:p>
        </p:txBody>
      </p:sp>
      <p:sp>
        <p:nvSpPr>
          <p:cNvPr id="8" name="Rectangle 4">
            <a:extLst>
              <a:ext uri="{FF2B5EF4-FFF2-40B4-BE49-F238E27FC236}">
                <a16:creationId xmlns:a16="http://schemas.microsoft.com/office/drawing/2014/main" id="{51FAB349-77C2-ECDF-668C-49EA3D9D2C34}"/>
              </a:ext>
            </a:extLst>
          </p:cNvPr>
          <p:cNvSpPr>
            <a:spLocks noChangeArrowheads="1"/>
          </p:cNvSpPr>
          <p:nvPr/>
        </p:nvSpPr>
        <p:spPr bwMode="auto">
          <a:xfrm>
            <a:off x="825005" y="964156"/>
            <a:ext cx="5270995" cy="4092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3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3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Immediate focus on battery health optimization </a:t>
            </a:r>
          </a:p>
          <a:p>
            <a:pPr marL="0" marR="0" lvl="0" indent="0" defTabSz="914400" rtl="0" eaLnBrk="0" fontAlgn="base" latinLnBrk="0" hangingPunct="0">
              <a:lnSpc>
                <a:spcPct val="3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Leverage Ford's success model for other brands </a:t>
            </a:r>
          </a:p>
          <a:p>
            <a:pPr marL="0" marR="0" lvl="0" indent="0" defTabSz="914400" rtl="0" eaLnBrk="0" fontAlgn="base" latinLnBrk="0" hangingPunct="0">
              <a:lnSpc>
                <a:spcPct val="3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Implement dynamic pricing strategies </a:t>
            </a:r>
          </a:p>
          <a:p>
            <a:pPr marL="0" marR="0" lvl="0" indent="0" defTabSz="914400" rtl="0" eaLnBrk="0" fontAlgn="base" latinLnBrk="0" hangingPunct="0">
              <a:lnSpc>
                <a:spcPct val="3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Regional expansion opportunities </a:t>
            </a:r>
          </a:p>
        </p:txBody>
      </p:sp>
    </p:spTree>
    <p:extLst>
      <p:ext uri="{BB962C8B-B14F-4D97-AF65-F5344CB8AC3E}">
        <p14:creationId xmlns:p14="http://schemas.microsoft.com/office/powerpoint/2010/main" val="3068464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4E4B0B-E8F4-290C-1688-4EFD65B14113}"/>
              </a:ext>
            </a:extLst>
          </p:cNvPr>
          <p:cNvSpPr>
            <a:spLocks noGrp="1"/>
          </p:cNvSpPr>
          <p:nvPr>
            <p:ph type="title"/>
          </p:nvPr>
        </p:nvSpPr>
        <p:spPr/>
        <p:txBody>
          <a:bodyPr/>
          <a:lstStyle/>
          <a:p>
            <a:r>
              <a:rPr lang="en-US" dirty="0"/>
              <a:t>Conclusion</a:t>
            </a:r>
            <a:endParaRPr lang="en-IN" dirty="0"/>
          </a:p>
        </p:txBody>
      </p:sp>
      <p:sp>
        <p:nvSpPr>
          <p:cNvPr id="4" name="TextBox 3">
            <a:extLst>
              <a:ext uri="{FF2B5EF4-FFF2-40B4-BE49-F238E27FC236}">
                <a16:creationId xmlns:a16="http://schemas.microsoft.com/office/drawing/2014/main" id="{9BCA5B3C-346E-F723-5C85-D0A6840D8964}"/>
              </a:ext>
            </a:extLst>
          </p:cNvPr>
          <p:cNvSpPr txBox="1"/>
          <p:nvPr/>
        </p:nvSpPr>
        <p:spPr>
          <a:xfrm>
            <a:off x="950967" y="2172929"/>
            <a:ext cx="10290000" cy="1985672"/>
          </a:xfrm>
          <a:prstGeom prst="rect">
            <a:avLst/>
          </a:prstGeom>
          <a:noFill/>
        </p:spPr>
        <p:txBody>
          <a:bodyPr wrap="square" rtlCol="0">
            <a:spAutoFit/>
          </a:bodyPr>
          <a:lstStyle/>
          <a:p>
            <a:pPr>
              <a:lnSpc>
                <a:spcPct val="200000"/>
              </a:lnSpc>
            </a:pPr>
            <a:r>
              <a:rPr lang="en-US" sz="1600" dirty="0"/>
              <a:t>The Electric Vehicle Analysis Dashboard demonstrates a robust market position with strong revenue generation and balanced brand performance. Key success factors include maintaining technical excellence while addressing specific challenges in battery health and brand-specific performance gaps. The data supports continued investment in the EV sector with strategic focus on market expansion and technology advancement.</a:t>
            </a:r>
            <a:endParaRPr lang="en-IN" sz="1600" dirty="0"/>
          </a:p>
        </p:txBody>
      </p:sp>
    </p:spTree>
    <p:extLst>
      <p:ext uri="{BB962C8B-B14F-4D97-AF65-F5344CB8AC3E}">
        <p14:creationId xmlns:p14="http://schemas.microsoft.com/office/powerpoint/2010/main" val="2862571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D609A-EEDA-C725-9C73-3C3C20A84E2C}"/>
              </a:ext>
            </a:extLst>
          </p:cNvPr>
          <p:cNvSpPr>
            <a:spLocks noGrp="1"/>
          </p:cNvSpPr>
          <p:nvPr>
            <p:ph type="title"/>
          </p:nvPr>
        </p:nvSpPr>
        <p:spPr/>
        <p:txBody>
          <a:bodyPr/>
          <a:lstStyle/>
          <a:p>
            <a:r>
              <a:rPr lang="en-US" dirty="0"/>
              <a:t>Thank You…</a:t>
            </a:r>
            <a:endParaRPr lang="en-IN" dirty="0"/>
          </a:p>
        </p:txBody>
      </p:sp>
    </p:spTree>
    <p:extLst>
      <p:ext uri="{BB962C8B-B14F-4D97-AF65-F5344CB8AC3E}">
        <p14:creationId xmlns:p14="http://schemas.microsoft.com/office/powerpoint/2010/main" val="731898788"/>
      </p:ext>
    </p:extLst>
  </p:cSld>
  <p:clrMapOvr>
    <a:masterClrMapping/>
  </p:clrMapOvr>
</p:sld>
</file>

<file path=ppt/theme/theme1.xml><?xml version="1.0" encoding="utf-8"?>
<a:theme xmlns:a="http://schemas.openxmlformats.org/drawingml/2006/main" name="Data Analysis and Statistics - 5th grade by Slidesgo">
  <a:themeElements>
    <a:clrScheme name="Simple Light">
      <a:dk1>
        <a:srgbClr val="3C2C31"/>
      </a:dk1>
      <a:lt1>
        <a:srgbClr val="E24E42"/>
      </a:lt1>
      <a:dk2>
        <a:srgbClr val="E9B000"/>
      </a:dk2>
      <a:lt2>
        <a:srgbClr val="008F95"/>
      </a:lt2>
      <a:accent1>
        <a:srgbClr val="DDFBFC"/>
      </a:accent1>
      <a:accent2>
        <a:srgbClr val="EB6E80"/>
      </a:accent2>
      <a:accent3>
        <a:srgbClr val="F8D2D2"/>
      </a:accent3>
      <a:accent4>
        <a:srgbClr val="FAEBEB"/>
      </a:accent4>
      <a:accent5>
        <a:srgbClr val="FFFFFF"/>
      </a:accent5>
      <a:accent6>
        <a:srgbClr val="FFFFFF"/>
      </a:accent6>
      <a:hlink>
        <a:srgbClr val="3C2C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Data Analysis and Statistics - 5th grade by Slidesgo</Template>
  <TotalTime>891</TotalTime>
  <Words>551</Words>
  <Application>Microsoft Office PowerPoint</Application>
  <PresentationFormat>Widescreen</PresentationFormat>
  <Paragraphs>73</Paragraphs>
  <Slides>14</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14</vt:i4>
      </vt:variant>
    </vt:vector>
  </HeadingPairs>
  <TitlesOfParts>
    <vt:vector size="26" baseType="lpstr">
      <vt:lpstr>Arial</vt:lpstr>
      <vt:lpstr>Bebas Neue</vt:lpstr>
      <vt:lpstr>Bitter Light</vt:lpstr>
      <vt:lpstr>Courier New</vt:lpstr>
      <vt:lpstr>Darker Grotesque SemiBold</vt:lpstr>
      <vt:lpstr>Days One</vt:lpstr>
      <vt:lpstr>Lato</vt:lpstr>
      <vt:lpstr>Nunito Light</vt:lpstr>
      <vt:lpstr>Proxima Nova</vt:lpstr>
      <vt:lpstr>Wingdings</vt:lpstr>
      <vt:lpstr>Data Analysis and Statistics - 5th grade by Slidesgo</vt:lpstr>
      <vt:lpstr>Slidesgo Final Pages</vt:lpstr>
      <vt:lpstr>PowerPoint Presentation</vt:lpstr>
      <vt:lpstr>PowerPoint Presentation</vt:lpstr>
      <vt:lpstr>       Electric Vehicle Sales Analysis</vt:lpstr>
      <vt:lpstr> Project Overview </vt:lpstr>
      <vt:lpstr>Project Objectives</vt:lpstr>
      <vt:lpstr>PowerPoint Presentation</vt:lpstr>
      <vt:lpstr>Dash Board</vt:lpstr>
      <vt:lpstr>3000</vt:lpstr>
      <vt:lpstr>PowerPoint Presentation</vt:lpstr>
      <vt:lpstr>PowerPoint Presentation</vt:lpstr>
      <vt:lpstr>PowerPoint Presentation</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Rajratna Narwade</dc:creator>
  <cp:lastModifiedBy>Rajratna Narwade</cp:lastModifiedBy>
  <cp:revision>3</cp:revision>
  <dcterms:created xsi:type="dcterms:W3CDTF">2025-09-07T17:30:13Z</dcterms:created>
  <dcterms:modified xsi:type="dcterms:W3CDTF">2025-09-10T19:03:02Z</dcterms:modified>
</cp:coreProperties>
</file>